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2" r:id="rId4"/>
  </p:sldMasterIdLst>
  <p:notesMasterIdLst>
    <p:notesMasterId r:id="rId20"/>
  </p:notesMasterIdLst>
  <p:handoutMasterIdLst>
    <p:handoutMasterId r:id="rId21"/>
  </p:handoutMasterIdLst>
  <p:sldIdLst>
    <p:sldId id="2561" r:id="rId5"/>
    <p:sldId id="2562" r:id="rId6"/>
    <p:sldId id="2563" r:id="rId7"/>
    <p:sldId id="2564" r:id="rId8"/>
    <p:sldId id="2574" r:id="rId9"/>
    <p:sldId id="2575" r:id="rId10"/>
    <p:sldId id="2565" r:id="rId11"/>
    <p:sldId id="2566" r:id="rId12"/>
    <p:sldId id="2568" r:id="rId13"/>
    <p:sldId id="2576" r:id="rId14"/>
    <p:sldId id="2577" r:id="rId15"/>
    <p:sldId id="2570" r:id="rId16"/>
    <p:sldId id="2578" r:id="rId17"/>
    <p:sldId id="2579" r:id="rId18"/>
    <p:sldId id="25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ice Variety Analysis" id="{9B7EF88B-8F38-490A-BC17-473439848769}">
          <p14:sldIdLst>
            <p14:sldId id="2561"/>
          </p14:sldIdLst>
        </p14:section>
        <p14:section name="Introduction and Project Overview" id="{C72B7C94-C558-42B6-9F38-C8CF7B0F0132}">
          <p14:sldIdLst>
            <p14:sldId id="2562"/>
            <p14:sldId id="2563"/>
          </p14:sldIdLst>
        </p14:section>
        <p14:section name="Dataset Details" id="{26BE3D6C-9083-43A4-A32A-0572A7E80E82}">
          <p14:sldIdLst>
            <p14:sldId id="2564"/>
            <p14:sldId id="2574"/>
            <p14:sldId id="2575"/>
            <p14:sldId id="2565"/>
          </p14:sldIdLst>
        </p14:section>
        <p14:section name="Methodology" id="{A2DAE3A7-D4D1-419A-ACFB-985EEAA614F6}">
          <p14:sldIdLst>
            <p14:sldId id="2566"/>
          </p14:sldIdLst>
        </p14:section>
        <p14:section name="Workflow" id="{7AFFDA8C-8104-4B5B-8CAE-568894F07C68}">
          <p14:sldIdLst>
            <p14:sldId id="2568"/>
            <p14:sldId id="2576"/>
            <p14:sldId id="2577"/>
          </p14:sldIdLst>
        </p14:section>
        <p14:section name="Results and Analysis" id="{A9E8DBE8-7D9A-42DA-B482-48D82BAE7CE5}">
          <p14:sldIdLst>
            <p14:sldId id="2570"/>
            <p14:sldId id="2578"/>
            <p14:sldId id="2579"/>
          </p14:sldIdLst>
        </p14:section>
        <p14:section name="Conclusion and Future Scope" id="{011C1656-F1CB-4921-9E01-1EFA645E8A37}">
          <p14:sldIdLst>
            <p14:sldId id="2572"/>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C28768-C62F-F64F-6347-87559A624ABE}" name="Kaila Orsucci" initials="K" userId="S::kaila@andersenconsultants.com::11b61a15-dbbf-4176-9673-5e6d6ac372ec" providerId="AD"/>
  <p188:author id="{9941987A-41B7-49AC-EE6E-03F2D0BD95BA}" name="Daria Naidenov" initials="DN" userId="S::danaidenov@microsoft.com::ab38ab5f-bdf0-4774-ae5a-d2782abb2027" providerId="AD"/>
  <p188:author id="{85E8F9B2-02AC-6F6E-F5B6-AF53ED8A8312}" name="Lauren Weldy (ALLEGIS GROUP HOLDINGS INC)" initials="LW" userId="S::v-laweldy@microsoft.com::63f3cce1-6527-43d1-991c-7e8015c8c70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EC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3294C42-B655-CBCC-98C4-162045B529D6}" v="107" dt="2025-12-17T05:34:03.202"/>
    <p1510:client id="{16D8B80C-93F5-9473-E25C-E9EFF201C8AB}" v="169" dt="2025-12-16T21:12:58.731"/>
    <p1510:client id="{2389829B-1F56-4A3F-B75E-36217864A983}" v="333" dt="2025-12-17T05:26:25.241"/>
    <p1510:client id="{2898DFEB-C00D-0512-75A3-AB406520C6D7}" v="2" dt="2025-12-16T15:13:29.180"/>
    <p1510:client id="{36BBEB67-AA4D-6664-07BE-1F640BAE0737}" v="158" dt="2025-12-16T21:53:01.968"/>
    <p1510:client id="{47A3B686-FCAF-6C45-1E31-7CCEDCD917FC}" v="1" dt="2025-12-17T05:05:39.508"/>
    <p1510:client id="{74CFB028-2FC0-CB38-7DD2-06F50CF7DD53}" v="74" dt="2025-12-16T19:58:32.688"/>
    <p1510:client id="{7B116213-67F8-409D-0377-06F9D86ED1AC}" v="232" dt="2025-12-16T21:40:49.486"/>
    <p1510:client id="{8B0D8143-ACFF-394B-A865-7F5944886DD8}" v="2" dt="2025-12-17T05:30:53.744"/>
    <p1510:client id="{A3259043-F5D6-96B4-1150-2C2518826621}" v="26" dt="2025-12-16T17:10:20.401"/>
    <p1510:client id="{C80116D7-5A8B-983E-58DB-C15389EB0191}" v="10" dt="2025-12-17T05:32:55.685"/>
    <p1510:client id="{CCC8FB93-76D9-CAD2-0C58-20A35CF432CD}" v="55" dt="2025-12-16T15:28:46.729"/>
    <p1510:client id="{F2ABD500-439C-523D-08FE-65E9C571D9EE}" v="4" dt="2025-12-16T15:29:07.669"/>
    <p1510:client id="{FCB4A2B8-3E36-4E7A-8316-D64D08FD91FC}" v="16" dt="2025-12-16T15:06:56.4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12/16/2025</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12/16/2025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4350973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Overview</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9247544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Rice is one of the most important staple foods globally, and understanding its varieties is crucial for agriculture, trade, and food security. This project focuses on classifying processed rice varieties using machine learning techniques. The primary objective is to develop a model that can accurately identify different rice types based on microscopic images and RGB histogram features. By leveraging image processing and supervised learning, the system aims to automate classification tasks that traditionally require expert knowledge. This approach not only saves time but also ensures consistency in quality control. The project involves collecting a dataset of rice grains, preprocessing images, extracting relevant features, and training a machine learning model to predict the variety. The ultimate goal is to demonstrate how AI can assist in agricultural research and industrial applications, improving efficiency and reducing human error.</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719549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Rice Varieties and Image Characteristics</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19997904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dataset consists of microscopic images of 10 distinct rice varieties: Aush, BR-28, BR-29, Beroi, Chinigura, Ghee Bhog, Katari Najir, Katari Siddho, Miniket, and Swarna. Each image captures the unique physical characteristics of the grains, such as shape, size, and surface texture. These images are processed to extract RGB histograms, which serve as the primary features for classification. RGB histograms provide a quantitative representation of color distribution, which is essential because different rice varieties exhibit subtle color variations under microscopic observation. The dataset is carefully curated to ensure balanced representation of all classes, enabling the model to learn distinguishing features effectively. This diversity in the dataset is critical for building a robust classifier that can generalize well to unseen samples.</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19671310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Preprocessing and Feature Extraction</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33325544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Process Flow Diagram</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1484688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Performance Metrics</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1517076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Key Findings and Next Steps</a:t>
            </a:r>
          </a:p>
        </p:txBody>
      </p:sp>
      <p:sp>
        <p:nvSpPr>
          <p:cNvPr id="4" name="Slide Number Placeholder 3"/>
          <p:cNvSpPr>
            <a:spLocks noGrp="1"/>
          </p:cNvSpPr>
          <p:nvPr>
            <p:ph type="sldNum" sz="quarter" idx="5"/>
          </p:nvPr>
        </p:nvSpPr>
        <p:spPr/>
        <p:txBody>
          <a:bodyPr/>
          <a:lstStyle/>
          <a:p>
            <a:fld id="{38EFF46E-6B43-41F9-9272-B566D03A251C}" type="slidenum">
              <a:rPr lang="en-US" smtClean="0"/>
              <a:t>15</a:t>
            </a:fld>
            <a:endParaRPr lang="en-US"/>
          </a:p>
        </p:txBody>
      </p:sp>
    </p:spTree>
    <p:extLst>
      <p:ext uri="{BB962C8B-B14F-4D97-AF65-F5344CB8AC3E}">
        <p14:creationId xmlns:p14="http://schemas.microsoft.com/office/powerpoint/2010/main" val="8263860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9881E108-F384-A315-D627-5984C66ED5C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153976" y="457964"/>
            <a:ext cx="6009066" cy="5914582"/>
            <a:chOff x="6153976" y="457964"/>
            <a:chExt cx="6009066" cy="5914582"/>
          </a:xfrm>
        </p:grpSpPr>
        <p:grpSp>
          <p:nvGrpSpPr>
            <p:cNvPr id="11" name="Group 10">
              <a:extLst>
                <a:ext uri="{FF2B5EF4-FFF2-40B4-BE49-F238E27FC236}">
                  <a16:creationId xmlns:a16="http://schemas.microsoft.com/office/drawing/2014/main" id="{87C1CCF7-5B2C-35CC-DBB9-2CE06DC4AC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2621" y="2980002"/>
              <a:ext cx="317159" cy="932400"/>
              <a:chOff x="6376988" y="280988"/>
              <a:chExt cx="633413" cy="1862138"/>
            </a:xfrm>
          </p:grpSpPr>
          <p:sp>
            <p:nvSpPr>
              <p:cNvPr id="90" name="Freeform 68">
                <a:extLst>
                  <a:ext uri="{FF2B5EF4-FFF2-40B4-BE49-F238E27FC236}">
                    <a16:creationId xmlns:a16="http://schemas.microsoft.com/office/drawing/2014/main" id="{18C15660-4DED-02FA-9562-504977CD68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376988"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1" name="Freeform 69">
                <a:extLst>
                  <a:ext uri="{FF2B5EF4-FFF2-40B4-BE49-F238E27FC236}">
                    <a16:creationId xmlns:a16="http://schemas.microsoft.com/office/drawing/2014/main" id="{072BDACB-931A-F55A-B289-32AFDCB9E5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696076" y="280988"/>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92" name="Line 70">
                <a:extLst>
                  <a:ext uri="{FF2B5EF4-FFF2-40B4-BE49-F238E27FC236}">
                    <a16:creationId xmlns:a16="http://schemas.microsoft.com/office/drawing/2014/main" id="{A34FD5E0-67CD-A986-9673-4DEDB837A3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696076" y="280988"/>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0DFF58B2-6BF5-7AA2-99C7-8C899768492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8324466" y="457964"/>
              <a:ext cx="3838576" cy="5838297"/>
              <a:chOff x="8324466" y="457964"/>
              <a:chExt cx="3838576" cy="5838297"/>
            </a:xfrm>
          </p:grpSpPr>
          <p:sp>
            <p:nvSpPr>
              <p:cNvPr id="52" name="Oval 51">
                <a:extLst>
                  <a:ext uri="{FF2B5EF4-FFF2-40B4-BE49-F238E27FC236}">
                    <a16:creationId xmlns:a16="http://schemas.microsoft.com/office/drawing/2014/main" id="{4184B759-837D-B79D-8489-BF2033D794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53" name="Group 52">
                <a:extLst>
                  <a:ext uri="{FF2B5EF4-FFF2-40B4-BE49-F238E27FC236}">
                    <a16:creationId xmlns:a16="http://schemas.microsoft.com/office/drawing/2014/main" id="{66F7D36D-4939-33BD-C165-7116F0B982B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68" name="Freeform 64">
                  <a:extLst>
                    <a:ext uri="{FF2B5EF4-FFF2-40B4-BE49-F238E27FC236}">
                      <a16:creationId xmlns:a16="http://schemas.microsoft.com/office/drawing/2014/main" id="{39CF26D7-6B87-3153-4F82-3642929F2CA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81">
                  <a:extLst>
                    <a:ext uri="{FF2B5EF4-FFF2-40B4-BE49-F238E27FC236}">
                      <a16:creationId xmlns:a16="http://schemas.microsoft.com/office/drawing/2014/main" id="{60E9FE59-21FD-F26A-8B04-F00B513D9B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61">
                  <a:extLst>
                    <a:ext uri="{FF2B5EF4-FFF2-40B4-BE49-F238E27FC236}">
                      <a16:creationId xmlns:a16="http://schemas.microsoft.com/office/drawing/2014/main" id="{76E57C18-1792-97B2-3EA4-2227216ACA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78">
                  <a:extLst>
                    <a:ext uri="{FF2B5EF4-FFF2-40B4-BE49-F238E27FC236}">
                      <a16:creationId xmlns:a16="http://schemas.microsoft.com/office/drawing/2014/main" id="{3FAD6F0C-C11A-8E35-6E49-CC816C97834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84">
                  <a:extLst>
                    <a:ext uri="{FF2B5EF4-FFF2-40B4-BE49-F238E27FC236}">
                      <a16:creationId xmlns:a16="http://schemas.microsoft.com/office/drawing/2014/main" id="{9F5A8A2A-D14B-7B3F-5837-0C5DDD9E80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7">
                  <a:extLst>
                    <a:ext uri="{FF2B5EF4-FFF2-40B4-BE49-F238E27FC236}">
                      <a16:creationId xmlns:a16="http://schemas.microsoft.com/office/drawing/2014/main" id="{04A52456-CA7C-B910-7DD3-FDF3F02234B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60">
                  <a:extLst>
                    <a:ext uri="{FF2B5EF4-FFF2-40B4-BE49-F238E27FC236}">
                      <a16:creationId xmlns:a16="http://schemas.microsoft.com/office/drawing/2014/main" id="{8415C7E0-168E-583A-3D8E-13A0BECB6E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59">
                  <a:extLst>
                    <a:ext uri="{FF2B5EF4-FFF2-40B4-BE49-F238E27FC236}">
                      <a16:creationId xmlns:a16="http://schemas.microsoft.com/office/drawing/2014/main" id="{E84EF13A-F9BF-D114-CB2F-BAD322E48AF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2">
                  <a:extLst>
                    <a:ext uri="{FF2B5EF4-FFF2-40B4-BE49-F238E27FC236}">
                      <a16:creationId xmlns:a16="http://schemas.microsoft.com/office/drawing/2014/main" id="{7635AFC9-6470-8D17-0699-3241CE2DE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5">
                  <a:extLst>
                    <a:ext uri="{FF2B5EF4-FFF2-40B4-BE49-F238E27FC236}">
                      <a16:creationId xmlns:a16="http://schemas.microsoft.com/office/drawing/2014/main" id="{791500EF-3034-425E-4CB3-882A7C2D0F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79">
                  <a:extLst>
                    <a:ext uri="{FF2B5EF4-FFF2-40B4-BE49-F238E27FC236}">
                      <a16:creationId xmlns:a16="http://schemas.microsoft.com/office/drawing/2014/main" id="{302E1F2F-459F-7DDA-362C-03E7EE4BCB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82">
                  <a:extLst>
                    <a:ext uri="{FF2B5EF4-FFF2-40B4-BE49-F238E27FC236}">
                      <a16:creationId xmlns:a16="http://schemas.microsoft.com/office/drawing/2014/main" id="{39D9EE3B-A0D7-E4FC-9046-5C97668711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5">
                  <a:extLst>
                    <a:ext uri="{FF2B5EF4-FFF2-40B4-BE49-F238E27FC236}">
                      <a16:creationId xmlns:a16="http://schemas.microsoft.com/office/drawing/2014/main" id="{BB7ED61D-F228-3585-0563-330602FFB3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8">
                  <a:extLst>
                    <a:ext uri="{FF2B5EF4-FFF2-40B4-BE49-F238E27FC236}">
                      <a16:creationId xmlns:a16="http://schemas.microsoft.com/office/drawing/2014/main" id="{8D6D1F50-C458-93FE-2C29-73F04AAF39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2" name="Group 81">
                  <a:extLst>
                    <a:ext uri="{FF2B5EF4-FFF2-40B4-BE49-F238E27FC236}">
                      <a16:creationId xmlns:a16="http://schemas.microsoft.com/office/drawing/2014/main" id="{7C2B1F16-E91E-EEEA-3C21-7B069CE00BB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3" name="Line 63">
                    <a:extLst>
                      <a:ext uri="{FF2B5EF4-FFF2-40B4-BE49-F238E27FC236}">
                        <a16:creationId xmlns:a16="http://schemas.microsoft.com/office/drawing/2014/main" id="{751BADD6-70CB-D6E4-DE92-76B1A4C2E7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Line 66">
                    <a:extLst>
                      <a:ext uri="{FF2B5EF4-FFF2-40B4-BE49-F238E27FC236}">
                        <a16:creationId xmlns:a16="http://schemas.microsoft.com/office/drawing/2014/main" id="{859ECE72-C252-77AA-D9A2-9BA1D9A645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7">
                    <a:extLst>
                      <a:ext uri="{FF2B5EF4-FFF2-40B4-BE49-F238E27FC236}">
                        <a16:creationId xmlns:a16="http://schemas.microsoft.com/office/drawing/2014/main" id="{DBABDC38-A611-E865-1F52-62CA48E76F6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80">
                    <a:extLst>
                      <a:ext uri="{FF2B5EF4-FFF2-40B4-BE49-F238E27FC236}">
                        <a16:creationId xmlns:a16="http://schemas.microsoft.com/office/drawing/2014/main" id="{FC53D630-F42E-2033-5860-1939673F72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3">
                    <a:extLst>
                      <a:ext uri="{FF2B5EF4-FFF2-40B4-BE49-F238E27FC236}">
                        <a16:creationId xmlns:a16="http://schemas.microsoft.com/office/drawing/2014/main" id="{EC021795-C29B-11C0-E5B2-AF136EE09B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6">
                    <a:extLst>
                      <a:ext uri="{FF2B5EF4-FFF2-40B4-BE49-F238E27FC236}">
                        <a16:creationId xmlns:a16="http://schemas.microsoft.com/office/drawing/2014/main" id="{89127066-0EC1-E69B-2763-17EF53F77D4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9">
                    <a:extLst>
                      <a:ext uri="{FF2B5EF4-FFF2-40B4-BE49-F238E27FC236}">
                        <a16:creationId xmlns:a16="http://schemas.microsoft.com/office/drawing/2014/main" id="{6B6CD59F-3CDF-DC2F-7629-7D25456A1A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4" name="Group 53">
                <a:extLst>
                  <a:ext uri="{FF2B5EF4-FFF2-40B4-BE49-F238E27FC236}">
                    <a16:creationId xmlns:a16="http://schemas.microsoft.com/office/drawing/2014/main" id="{1AEC402E-386A-ABCA-FAED-AC35560FFD1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60" name="Group 59">
                  <a:extLst>
                    <a:ext uri="{FF2B5EF4-FFF2-40B4-BE49-F238E27FC236}">
                      <a16:creationId xmlns:a16="http://schemas.microsoft.com/office/drawing/2014/main" id="{D05B1D61-BF79-CE17-3316-E22D6375DD6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4" name="Straight Connector 63">
                    <a:extLst>
                      <a:ext uri="{FF2B5EF4-FFF2-40B4-BE49-F238E27FC236}">
                        <a16:creationId xmlns:a16="http://schemas.microsoft.com/office/drawing/2014/main" id="{3C1121DD-6D2D-F6DD-13EB-5BA4FEEC669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1916FB59-99AD-CD5D-43A7-7DFCE4405C2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6" name="Rectangle 30">
                    <a:extLst>
                      <a:ext uri="{FF2B5EF4-FFF2-40B4-BE49-F238E27FC236}">
                        <a16:creationId xmlns:a16="http://schemas.microsoft.com/office/drawing/2014/main" id="{D65EFF6D-F07E-8BD8-4231-62761F20D5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30">
                    <a:extLst>
                      <a:ext uri="{FF2B5EF4-FFF2-40B4-BE49-F238E27FC236}">
                        <a16:creationId xmlns:a16="http://schemas.microsoft.com/office/drawing/2014/main" id="{288BBD12-64D8-2967-BD02-82576A7A73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1" name="Group 60">
                  <a:extLst>
                    <a:ext uri="{FF2B5EF4-FFF2-40B4-BE49-F238E27FC236}">
                      <a16:creationId xmlns:a16="http://schemas.microsoft.com/office/drawing/2014/main" id="{F4834E8D-D6E4-CAB3-9A98-0065273DA50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2" name="Freeform: Shape 57">
                    <a:extLst>
                      <a:ext uri="{FF2B5EF4-FFF2-40B4-BE49-F238E27FC236}">
                        <a16:creationId xmlns:a16="http://schemas.microsoft.com/office/drawing/2014/main" id="{81F30DBC-DD75-CAAB-A919-54CD8C595B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3" name="Freeform: Shape 58">
                    <a:extLst>
                      <a:ext uri="{FF2B5EF4-FFF2-40B4-BE49-F238E27FC236}">
                        <a16:creationId xmlns:a16="http://schemas.microsoft.com/office/drawing/2014/main" id="{5622C940-8B4B-FCC6-D6C5-C3A5B5887A7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5" name="Group 54">
                <a:extLst>
                  <a:ext uri="{FF2B5EF4-FFF2-40B4-BE49-F238E27FC236}">
                    <a16:creationId xmlns:a16="http://schemas.microsoft.com/office/drawing/2014/main" id="{170620AC-69C7-F05B-0FE6-F2A7B369742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56" name="Group 55">
                  <a:extLst>
                    <a:ext uri="{FF2B5EF4-FFF2-40B4-BE49-F238E27FC236}">
                      <a16:creationId xmlns:a16="http://schemas.microsoft.com/office/drawing/2014/main" id="{A866B0E7-3452-342A-E947-5D1B43B5385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58" name="Freeform 68">
                    <a:extLst>
                      <a:ext uri="{FF2B5EF4-FFF2-40B4-BE49-F238E27FC236}">
                        <a16:creationId xmlns:a16="http://schemas.microsoft.com/office/drawing/2014/main" id="{F0A66C71-2E93-8634-693C-65995DDB8C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69">
                    <a:extLst>
                      <a:ext uri="{FF2B5EF4-FFF2-40B4-BE49-F238E27FC236}">
                        <a16:creationId xmlns:a16="http://schemas.microsoft.com/office/drawing/2014/main" id="{B3DCBCA0-C178-92E8-D0AE-6C88604CA4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57" name="Line 70">
                  <a:extLst>
                    <a:ext uri="{FF2B5EF4-FFF2-40B4-BE49-F238E27FC236}">
                      <a16:creationId xmlns:a16="http://schemas.microsoft.com/office/drawing/2014/main" id="{54962A78-719A-152A-D66A-645612403E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3" name="Group 12">
              <a:extLst>
                <a:ext uri="{FF2B5EF4-FFF2-40B4-BE49-F238E27FC236}">
                  <a16:creationId xmlns:a16="http://schemas.microsoft.com/office/drawing/2014/main" id="{0DD8826F-87D1-0808-28F0-C30249A4D8C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6153976" y="534249"/>
              <a:ext cx="3838576" cy="5838297"/>
              <a:chOff x="8324466" y="457964"/>
              <a:chExt cx="3838576" cy="5838297"/>
            </a:xfrm>
          </p:grpSpPr>
          <p:sp>
            <p:nvSpPr>
              <p:cNvPr id="14" name="Oval 13">
                <a:extLst>
                  <a:ext uri="{FF2B5EF4-FFF2-40B4-BE49-F238E27FC236}">
                    <a16:creationId xmlns:a16="http://schemas.microsoft.com/office/drawing/2014/main" id="{3C5D1AE4-7639-F7C4-B0F2-6DC1C6D53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0800000">
                <a:off x="11319026" y="5955846"/>
                <a:ext cx="340415" cy="340415"/>
              </a:xfrm>
              <a:prstGeom prst="ellipse">
                <a:avLst/>
              </a:pr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nvGrpSpPr>
              <p:cNvPr id="15" name="Group 14">
                <a:extLst>
                  <a:ext uri="{FF2B5EF4-FFF2-40B4-BE49-F238E27FC236}">
                    <a16:creationId xmlns:a16="http://schemas.microsoft.com/office/drawing/2014/main" id="{5B31C545-6261-4C90-7449-B0FA0F14B17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015028" y="2840007"/>
                <a:ext cx="2457452" cy="3838576"/>
                <a:chOff x="587375" y="280987"/>
                <a:chExt cx="2457452" cy="3838576"/>
              </a:xfrm>
            </p:grpSpPr>
            <p:sp>
              <p:nvSpPr>
                <p:cNvPr id="30" name="Freeform 64">
                  <a:extLst>
                    <a:ext uri="{FF2B5EF4-FFF2-40B4-BE49-F238E27FC236}">
                      <a16:creationId xmlns:a16="http://schemas.microsoft.com/office/drawing/2014/main" id="{CCFF55EE-F463-5AA3-EA8E-FC71AD5E595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2"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1">
                  <a:extLst>
                    <a:ext uri="{FF2B5EF4-FFF2-40B4-BE49-F238E27FC236}">
                      <a16:creationId xmlns:a16="http://schemas.microsoft.com/office/drawing/2014/main" id="{8A64BA49-D64D-5135-432E-F837497AD3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61">
                  <a:extLst>
                    <a:ext uri="{FF2B5EF4-FFF2-40B4-BE49-F238E27FC236}">
                      <a16:creationId xmlns:a16="http://schemas.microsoft.com/office/drawing/2014/main" id="{53E1B766-53A4-5272-89AA-5097B67ED7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78">
                  <a:extLst>
                    <a:ext uri="{FF2B5EF4-FFF2-40B4-BE49-F238E27FC236}">
                      <a16:creationId xmlns:a16="http://schemas.microsoft.com/office/drawing/2014/main" id="{B9E623EF-3B1E-5902-5A98-8B0276FEEDB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7"/>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84">
                  <a:extLst>
                    <a:ext uri="{FF2B5EF4-FFF2-40B4-BE49-F238E27FC236}">
                      <a16:creationId xmlns:a16="http://schemas.microsoft.com/office/drawing/2014/main" id="{A5E08108-7FFE-988A-27B4-42DC2081A6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7">
                  <a:extLst>
                    <a:ext uri="{FF2B5EF4-FFF2-40B4-BE49-F238E27FC236}">
                      <a16:creationId xmlns:a16="http://schemas.microsoft.com/office/drawing/2014/main" id="{773E0169-06B0-CD91-ED69-C5FFA3ABA31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7"/>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0">
                  <a:extLst>
                    <a:ext uri="{FF2B5EF4-FFF2-40B4-BE49-F238E27FC236}">
                      <a16:creationId xmlns:a16="http://schemas.microsoft.com/office/drawing/2014/main" id="{32E5E29B-D991-75B8-F1CC-E87F58BE97C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7"/>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59">
                  <a:extLst>
                    <a:ext uri="{FF2B5EF4-FFF2-40B4-BE49-F238E27FC236}">
                      <a16:creationId xmlns:a16="http://schemas.microsoft.com/office/drawing/2014/main" id="{DAC2C0F6-D327-B680-AD0E-29DEFE82D5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7"/>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2">
                  <a:extLst>
                    <a:ext uri="{FF2B5EF4-FFF2-40B4-BE49-F238E27FC236}">
                      <a16:creationId xmlns:a16="http://schemas.microsoft.com/office/drawing/2014/main" id="{DCFACFB9-BC70-8E9B-94B0-EC3990E331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5"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5">
                  <a:extLst>
                    <a:ext uri="{FF2B5EF4-FFF2-40B4-BE49-F238E27FC236}">
                      <a16:creationId xmlns:a16="http://schemas.microsoft.com/office/drawing/2014/main" id="{0C0243D7-FD13-096E-A535-BCB0E882F0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79">
                  <a:extLst>
                    <a:ext uri="{FF2B5EF4-FFF2-40B4-BE49-F238E27FC236}">
                      <a16:creationId xmlns:a16="http://schemas.microsoft.com/office/drawing/2014/main" id="{E40ADF36-29F2-197F-CA56-7F3C21A9E5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82">
                  <a:extLst>
                    <a:ext uri="{FF2B5EF4-FFF2-40B4-BE49-F238E27FC236}">
                      <a16:creationId xmlns:a16="http://schemas.microsoft.com/office/drawing/2014/main" id="{D4040157-022D-D2D3-BA51-FF1AC48D0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5">
                  <a:extLst>
                    <a:ext uri="{FF2B5EF4-FFF2-40B4-BE49-F238E27FC236}">
                      <a16:creationId xmlns:a16="http://schemas.microsoft.com/office/drawing/2014/main" id="{D5D04681-B3BF-355E-9F72-D6D5C61470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8">
                  <a:extLst>
                    <a:ext uri="{FF2B5EF4-FFF2-40B4-BE49-F238E27FC236}">
                      <a16:creationId xmlns:a16="http://schemas.microsoft.com/office/drawing/2014/main" id="{F5274D01-718C-8DAB-E10E-EAA275C140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4" name="Group 43">
                  <a:extLst>
                    <a:ext uri="{FF2B5EF4-FFF2-40B4-BE49-F238E27FC236}">
                      <a16:creationId xmlns:a16="http://schemas.microsoft.com/office/drawing/2014/main" id="{2A7203C8-6D5A-D15D-479C-B62F49E395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5" name="Line 63">
                    <a:extLst>
                      <a:ext uri="{FF2B5EF4-FFF2-40B4-BE49-F238E27FC236}">
                        <a16:creationId xmlns:a16="http://schemas.microsoft.com/office/drawing/2014/main" id="{F2A721C4-BB1C-B475-8E9F-0E532E92B8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66">
                    <a:extLst>
                      <a:ext uri="{FF2B5EF4-FFF2-40B4-BE49-F238E27FC236}">
                        <a16:creationId xmlns:a16="http://schemas.microsoft.com/office/drawing/2014/main" id="{A4D10222-27E8-65CC-D891-16EC7A9F19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7">
                    <a:extLst>
                      <a:ext uri="{FF2B5EF4-FFF2-40B4-BE49-F238E27FC236}">
                        <a16:creationId xmlns:a16="http://schemas.microsoft.com/office/drawing/2014/main" id="{FF2F28B6-2337-C329-446A-56A59192E60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0">
                    <a:extLst>
                      <a:ext uri="{FF2B5EF4-FFF2-40B4-BE49-F238E27FC236}">
                        <a16:creationId xmlns:a16="http://schemas.microsoft.com/office/drawing/2014/main" id="{446022E5-729D-E059-0EFB-60DCD3D206C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3">
                    <a:extLst>
                      <a:ext uri="{FF2B5EF4-FFF2-40B4-BE49-F238E27FC236}">
                        <a16:creationId xmlns:a16="http://schemas.microsoft.com/office/drawing/2014/main" id="{34B448DD-DB51-4BFE-7391-F0E77F0D1A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6">
                    <a:extLst>
                      <a:ext uri="{FF2B5EF4-FFF2-40B4-BE49-F238E27FC236}">
                        <a16:creationId xmlns:a16="http://schemas.microsoft.com/office/drawing/2014/main" id="{C4ECBED7-4DF3-07D4-C903-0C3466F436E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9">
                    <a:extLst>
                      <a:ext uri="{FF2B5EF4-FFF2-40B4-BE49-F238E27FC236}">
                        <a16:creationId xmlns:a16="http://schemas.microsoft.com/office/drawing/2014/main" id="{17BEFC7B-EF7B-E701-5F94-14A5003FA1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6" name="Group 15">
                <a:extLst>
                  <a:ext uri="{FF2B5EF4-FFF2-40B4-BE49-F238E27FC236}">
                    <a16:creationId xmlns:a16="http://schemas.microsoft.com/office/drawing/2014/main" id="{00A31DDE-6294-E350-9B31-BB2AED729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AC308B80-05DF-C878-E68E-CA949D8CBF0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17C14F70-099F-64BE-337A-A8DEA8609BC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7302A6CE-C651-7A36-FDA2-A75E7A144ACC}"/>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39947FB4-DB7C-9FAD-FE53-C3E8C9938B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C8624528-A8A2-42DC-9965-2F3A1539C8C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16FC009-ECC3-11A8-69FC-5F228B3DB1E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9">
                    <a:extLst>
                      <a:ext uri="{FF2B5EF4-FFF2-40B4-BE49-F238E27FC236}">
                        <a16:creationId xmlns:a16="http://schemas.microsoft.com/office/drawing/2014/main" id="{5B77C78C-0E98-59B7-DCF8-A595970FF5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20">
                    <a:extLst>
                      <a:ext uri="{FF2B5EF4-FFF2-40B4-BE49-F238E27FC236}">
                        <a16:creationId xmlns:a16="http://schemas.microsoft.com/office/drawing/2014/main" id="{AC070F26-D4E6-B35D-46F5-C2314E2A2D9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8FC4E3AA-C659-9DCF-D8B3-5B1DA915187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8" y="1917602"/>
                <a:ext cx="633413" cy="1862138"/>
                <a:chOff x="5959192" y="333389"/>
                <a:chExt cx="633413" cy="1862138"/>
              </a:xfrm>
            </p:grpSpPr>
            <p:grpSp>
              <p:nvGrpSpPr>
                <p:cNvPr id="18" name="Group 17">
                  <a:extLst>
                    <a:ext uri="{FF2B5EF4-FFF2-40B4-BE49-F238E27FC236}">
                      <a16:creationId xmlns:a16="http://schemas.microsoft.com/office/drawing/2014/main" id="{99E5D597-F494-4B41-736C-52EB1CB893D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61A2931B-FF2A-975B-AB37-71DF0F34188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AA86D59E-5FB1-7C95-B65B-A960F5A903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D4441001-2EF5-3871-F7E0-4165E5A190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93" name="Straight Connector 92">
            <a:extLst>
              <a:ext uri="{FF2B5EF4-FFF2-40B4-BE49-F238E27FC236}">
                <a16:creationId xmlns:a16="http://schemas.microsoft.com/office/drawing/2014/main" id="{3E6F731B-8969-3200-B9DB-3E8612A79CDF}"/>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3264408" y="3883294"/>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70B95CA7-7C33-82C1-25FB-B083614FA283}"/>
              </a:ext>
            </a:extLst>
          </p:cNvPr>
          <p:cNvSpPr>
            <a:spLocks noGrp="1"/>
          </p:cNvSpPr>
          <p:nvPr>
            <p:ph type="ctrTitle"/>
          </p:nvPr>
        </p:nvSpPr>
        <p:spPr>
          <a:xfrm>
            <a:off x="612648" y="697234"/>
            <a:ext cx="5852160" cy="2925456"/>
          </a:xfrm>
          <a:prstGeom prst="rect">
            <a:avLst/>
          </a:prstGeom>
        </p:spPr>
        <p:txBody>
          <a:bodyPr anchor="b" anchorCtr="0">
            <a:noAutofit/>
          </a:bodyPr>
          <a:lstStyle>
            <a:lvl1pPr algn="ctr">
              <a:defRPr sz="4000"/>
            </a:lvl1pPr>
          </a:lstStyle>
          <a:p>
            <a:r>
              <a:rPr lang="en-US"/>
              <a:t>Click to edit Master title style</a:t>
            </a:r>
          </a:p>
        </p:txBody>
      </p:sp>
      <p:sp>
        <p:nvSpPr>
          <p:cNvPr id="8" name="Subtitle 2">
            <a:extLst>
              <a:ext uri="{FF2B5EF4-FFF2-40B4-BE49-F238E27FC236}">
                <a16:creationId xmlns:a16="http://schemas.microsoft.com/office/drawing/2014/main" id="{E8955AA8-3423-1402-F58D-56D367DC7544}"/>
              </a:ext>
            </a:extLst>
          </p:cNvPr>
          <p:cNvSpPr>
            <a:spLocks noGrp="1"/>
          </p:cNvSpPr>
          <p:nvPr>
            <p:ph type="subTitle" idx="1"/>
          </p:nvPr>
        </p:nvSpPr>
        <p:spPr>
          <a:xfrm>
            <a:off x="612648" y="4143898"/>
            <a:ext cx="5852160" cy="1545336"/>
          </a:xfrm>
        </p:spPr>
        <p:txBody>
          <a:bodyPr anchor="t" anchorCtr="0">
            <a:noAutofit/>
          </a:bodyPr>
          <a:lstStyle>
            <a:lvl1pPr marL="0" indent="0" algn="ctr">
              <a:lnSpc>
                <a:spcPct val="100000"/>
              </a:lnSpc>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035586"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606128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37706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D5D837-2FD3-B65B-B967-2A54F9ECAB65}"/>
              </a:ext>
            </a:extLst>
          </p:cNvPr>
          <p:cNvCxnSpPr>
            <a:cxnSpLocks/>
          </p:cNvCxnSpPr>
          <p:nvPr userDrawn="1"/>
        </p:nvCxnSpPr>
        <p:spPr>
          <a:xfrm>
            <a:off x="714375" y="185993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itle 1">
            <a:extLst>
              <a:ext uri="{FF2B5EF4-FFF2-40B4-BE49-F238E27FC236}">
                <a16:creationId xmlns:a16="http://schemas.microsoft.com/office/drawing/2014/main" id="{6D89D7DB-954A-9C21-F4F8-096B5AF8FA2F}"/>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2119673"/>
            <a:ext cx="10963656" cy="40572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7000946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2">
    <p:spTree>
      <p:nvGrpSpPr>
        <p:cNvPr id="1" name=""/>
        <p:cNvGrpSpPr/>
        <p:nvPr/>
      </p:nvGrpSpPr>
      <p:grpSpPr>
        <a:xfrm>
          <a:off x="0" y="0"/>
          <a:ext cx="0" cy="0"/>
          <a:chOff x="0" y="0"/>
          <a:chExt cx="0" cy="0"/>
        </a:xfrm>
      </p:grpSpPr>
      <p:grpSp>
        <p:nvGrpSpPr>
          <p:cNvPr id="7" name="Vector">
            <a:extLst>
              <a:ext uri="{FF2B5EF4-FFF2-40B4-BE49-F238E27FC236}">
                <a16:creationId xmlns:a16="http://schemas.microsoft.com/office/drawing/2014/main" id="{00CDC658-A6F6-5658-3A53-5BC88F7EF3AC}"/>
              </a:ext>
            </a:extLst>
          </p:cNvPr>
          <p:cNvGrpSpPr/>
          <p:nvPr/>
        </p:nvGrpSpPr>
        <p:grpSpPr>
          <a:xfrm>
            <a:off x="268449" y="457964"/>
            <a:ext cx="2227875" cy="5970551"/>
            <a:chOff x="268449" y="457964"/>
            <a:chExt cx="2227875" cy="5970551"/>
          </a:xfrm>
        </p:grpSpPr>
        <p:grpSp>
          <p:nvGrpSpPr>
            <p:cNvPr id="8" name="Group 7">
              <a:extLst>
                <a:ext uri="{FF2B5EF4-FFF2-40B4-BE49-F238E27FC236}">
                  <a16:creationId xmlns:a16="http://schemas.microsoft.com/office/drawing/2014/main" id="{E558385A-FBF5-E7C2-C216-0F09392A44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285095" y="457964"/>
              <a:ext cx="2211229" cy="2707415"/>
              <a:chOff x="9728105" y="457964"/>
              <a:chExt cx="2211229" cy="2707415"/>
            </a:xfrm>
          </p:grpSpPr>
          <p:grpSp>
            <p:nvGrpSpPr>
              <p:cNvPr id="24" name="Group 23">
                <a:extLst>
                  <a:ext uri="{FF2B5EF4-FFF2-40B4-BE49-F238E27FC236}">
                    <a16:creationId xmlns:a16="http://schemas.microsoft.com/office/drawing/2014/main" id="{A930D5B6-DFED-B550-7D11-39B0DE497DC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3360DDD4-298A-89DE-FA5D-979D3715980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5D2DB3B7-52E8-5842-C5B4-CC2A04A40F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B89BB2BB-80C0-BAEB-0FAB-E2D6CBA39FF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7B112078-076C-C536-76D4-324507E725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6029C372-14FB-3B0B-F1BE-DA206A2BE14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9C5A5830-350B-9CD2-8321-8E2D47A2E95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101">
                    <a:extLst>
                      <a:ext uri="{FF2B5EF4-FFF2-40B4-BE49-F238E27FC236}">
                        <a16:creationId xmlns:a16="http://schemas.microsoft.com/office/drawing/2014/main" id="{86E560FA-66CD-71F7-71FB-5624F4606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102">
                    <a:extLst>
                      <a:ext uri="{FF2B5EF4-FFF2-40B4-BE49-F238E27FC236}">
                        <a16:creationId xmlns:a16="http://schemas.microsoft.com/office/drawing/2014/main" id="{7AB96093-1181-E260-C34F-0575B794077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48D173A6-B48F-E510-1D43-D816184D374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86225E14-5F55-FABA-8A8F-EB2FAE361C1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3194F6C1-E4B7-0E2B-733A-24891B05AF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13982ED7-7305-6127-8E74-7A0D424DD7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E9F9315-2552-CFF1-3A8D-089F1163E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1BEC0931-A9B9-CE3B-EB79-20CE3DA7B1B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flipV="1">
              <a:off x="268449" y="3721100"/>
              <a:ext cx="2211229" cy="2707415"/>
              <a:chOff x="9728105" y="457964"/>
              <a:chExt cx="2211229" cy="2707415"/>
            </a:xfrm>
          </p:grpSpPr>
          <p:grpSp>
            <p:nvGrpSpPr>
              <p:cNvPr id="10" name="Group 9">
                <a:extLst>
                  <a:ext uri="{FF2B5EF4-FFF2-40B4-BE49-F238E27FC236}">
                    <a16:creationId xmlns:a16="http://schemas.microsoft.com/office/drawing/2014/main" id="{142CFB89-2BD1-A481-A47A-0AA2686982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19725E02-6FCE-0485-9FD9-29C78765D4B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AE0C473C-2E38-911B-354B-7EA8C7DDFF5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DEC9451-A999-C0B6-E336-87087AC21EF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C93C83FF-ED97-CB06-8900-778CE38D88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3F73A54B-E99C-76B0-C985-5CDFAF27B83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E4FFA0E4-5AD0-A26D-201A-FD581F0F6355}"/>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16">
                    <a:extLst>
                      <a:ext uri="{FF2B5EF4-FFF2-40B4-BE49-F238E27FC236}">
                        <a16:creationId xmlns:a16="http://schemas.microsoft.com/office/drawing/2014/main" id="{1B881B1E-6677-15E6-67D6-A9E3DE2CEB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17">
                    <a:extLst>
                      <a:ext uri="{FF2B5EF4-FFF2-40B4-BE49-F238E27FC236}">
                        <a16:creationId xmlns:a16="http://schemas.microsoft.com/office/drawing/2014/main" id="{DEB9A344-C951-EEA7-CEDD-11F0006B305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7E5A2BEE-0017-56AA-A161-97325E22713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F2906AFB-F142-CCE3-1225-D96320E803A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0190AEE6-A40F-489A-BCFF-239BE1F1C9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40A8EBB4-6E26-5A52-78D9-B2C48CB7125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C34A4D87-0628-3673-1195-2A7C3B50D89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40" name="Straight Connector 39">
            <a:extLst>
              <a:ext uri="{FF2B5EF4-FFF2-40B4-BE49-F238E27FC236}">
                <a16:creationId xmlns:a16="http://schemas.microsoft.com/office/drawing/2014/main" id="{C3B3D5AA-9117-2202-5527-3F96C9B9EC72}"/>
              </a:ext>
            </a:extLst>
          </p:cNvPr>
          <p:cNvCxnSpPr>
            <a:cxnSpLocks/>
          </p:cNvCxnSpPr>
          <p:nvPr userDrawn="1"/>
        </p:nvCxnSpPr>
        <p:spPr>
          <a:xfrm>
            <a:off x="3478911" y="502240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8" name="Title 1">
            <a:extLst>
              <a:ext uri="{FF2B5EF4-FFF2-40B4-BE49-F238E27FC236}">
                <a16:creationId xmlns:a16="http://schemas.microsoft.com/office/drawing/2014/main" id="{A4F08EBF-F0D1-CCB7-DDF6-D764A2A57010}"/>
              </a:ext>
            </a:extLst>
          </p:cNvPr>
          <p:cNvSpPr>
            <a:spLocks noGrp="1"/>
          </p:cNvSpPr>
          <p:nvPr>
            <p:ph type="ctrTitle"/>
          </p:nvPr>
        </p:nvSpPr>
        <p:spPr>
          <a:xfrm>
            <a:off x="3383279" y="2025536"/>
            <a:ext cx="8193023" cy="273107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9" name="Subtitle 2">
            <a:extLst>
              <a:ext uri="{FF2B5EF4-FFF2-40B4-BE49-F238E27FC236}">
                <a16:creationId xmlns:a16="http://schemas.microsoft.com/office/drawing/2014/main" id="{B343A649-C74E-CCE7-1671-661F9E232866}"/>
              </a:ext>
            </a:extLst>
          </p:cNvPr>
          <p:cNvSpPr>
            <a:spLocks noGrp="1"/>
          </p:cNvSpPr>
          <p:nvPr>
            <p:ph type="subTitle" idx="1"/>
          </p:nvPr>
        </p:nvSpPr>
        <p:spPr>
          <a:xfrm>
            <a:off x="3374136" y="5288204"/>
            <a:ext cx="8193022" cy="883996"/>
          </a:xfrm>
        </p:spPr>
        <p:txBody>
          <a:bodyPr vert="horz" lIns="91440" tIns="45720" rIns="91440" bIns="45720" rtlCol="0">
            <a:noAutofit/>
          </a:bodyPr>
          <a:lstStyle>
            <a:lvl1pPr marL="0" indent="0">
              <a:buNone/>
              <a:defRPr lang="en-US" sz="1800" cap="all" spc="100" baseline="0" dirty="0"/>
            </a:lvl1pPr>
          </a:lstStyle>
          <a:p>
            <a:pPr lvl="0"/>
            <a:r>
              <a:rPr lang="en-US"/>
              <a:t>Click to edit Master subtitle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3383280" y="6343955"/>
            <a:ext cx="2805405"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a:prstGeom prst="rect">
            <a:avLst/>
          </a:prstGeom>
        </p:spPr>
        <p:txBody>
          <a:bodyPr>
            <a:noAutofit/>
          </a:body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6039015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3">
    <p:spTree>
      <p:nvGrpSpPr>
        <p:cNvPr id="1" name=""/>
        <p:cNvGrpSpPr/>
        <p:nvPr/>
      </p:nvGrpSpPr>
      <p:grpSpPr>
        <a:xfrm>
          <a:off x="0" y="0"/>
          <a:ext cx="0" cy="0"/>
          <a:chOff x="0" y="0"/>
          <a:chExt cx="0" cy="0"/>
        </a:xfrm>
      </p:grpSpPr>
      <p:grpSp>
        <p:nvGrpSpPr>
          <p:cNvPr id="91" name="Group 90">
            <a:extLst>
              <a:ext uri="{FF2B5EF4-FFF2-40B4-BE49-F238E27FC236}">
                <a16:creationId xmlns:a16="http://schemas.microsoft.com/office/drawing/2014/main" id="{56BB11B9-372A-7694-DCC9-D2EAC0010299}"/>
              </a:ext>
            </a:extLst>
          </p:cNvPr>
          <p:cNvGrpSpPr/>
          <p:nvPr/>
        </p:nvGrpSpPr>
        <p:grpSpPr>
          <a:xfrm>
            <a:off x="192855" y="716800"/>
            <a:ext cx="11799379" cy="5583025"/>
            <a:chOff x="192855" y="716800"/>
            <a:chExt cx="11799379" cy="5583025"/>
          </a:xfrm>
        </p:grpSpPr>
        <p:grpSp>
          <p:nvGrpSpPr>
            <p:cNvPr id="7" name="Group 6">
              <a:extLst>
                <a:ext uri="{FF2B5EF4-FFF2-40B4-BE49-F238E27FC236}">
                  <a16:creationId xmlns:a16="http://schemas.microsoft.com/office/drawing/2014/main" id="{320A40BD-F8D2-F282-13BB-306A913BBBC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H="1">
              <a:off x="8153659" y="716800"/>
              <a:ext cx="3838575" cy="5583025"/>
              <a:chOff x="199766" y="716800"/>
              <a:chExt cx="3838575" cy="5583025"/>
            </a:xfrm>
          </p:grpSpPr>
          <p:grpSp>
            <p:nvGrpSpPr>
              <p:cNvPr id="8" name="Group 7">
                <a:extLst>
                  <a:ext uri="{FF2B5EF4-FFF2-40B4-BE49-F238E27FC236}">
                    <a16:creationId xmlns:a16="http://schemas.microsoft.com/office/drawing/2014/main" id="{F03A1BFD-4772-AE80-4F72-B32F57AA69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27" name="Freeform 64">
                  <a:extLst>
                    <a:ext uri="{FF2B5EF4-FFF2-40B4-BE49-F238E27FC236}">
                      <a16:creationId xmlns:a16="http://schemas.microsoft.com/office/drawing/2014/main" id="{4CA44DE9-4715-DB9A-4407-27CA47BBA92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Freeform 81">
                  <a:extLst>
                    <a:ext uri="{FF2B5EF4-FFF2-40B4-BE49-F238E27FC236}">
                      <a16:creationId xmlns:a16="http://schemas.microsoft.com/office/drawing/2014/main" id="{8FB0B57F-F79C-DF29-D814-FB5BBB0935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1">
                  <a:extLst>
                    <a:ext uri="{FF2B5EF4-FFF2-40B4-BE49-F238E27FC236}">
                      <a16:creationId xmlns:a16="http://schemas.microsoft.com/office/drawing/2014/main" id="{38C417AC-EEDA-7214-7EF9-55C3401E9D6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78">
                  <a:extLst>
                    <a:ext uri="{FF2B5EF4-FFF2-40B4-BE49-F238E27FC236}">
                      <a16:creationId xmlns:a16="http://schemas.microsoft.com/office/drawing/2014/main" id="{934A7662-27CB-6A3F-5A35-045E6D9AF7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Freeform 84">
                  <a:extLst>
                    <a:ext uri="{FF2B5EF4-FFF2-40B4-BE49-F238E27FC236}">
                      <a16:creationId xmlns:a16="http://schemas.microsoft.com/office/drawing/2014/main" id="{1F246DC5-C736-70AF-B92E-10E5EF0076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7">
                  <a:extLst>
                    <a:ext uri="{FF2B5EF4-FFF2-40B4-BE49-F238E27FC236}">
                      <a16:creationId xmlns:a16="http://schemas.microsoft.com/office/drawing/2014/main" id="{1D952251-4F18-A3F2-2F78-9CB936B2213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0">
                  <a:extLst>
                    <a:ext uri="{FF2B5EF4-FFF2-40B4-BE49-F238E27FC236}">
                      <a16:creationId xmlns:a16="http://schemas.microsoft.com/office/drawing/2014/main" id="{FAB88E72-0832-91C9-B982-18783360C7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59">
                  <a:extLst>
                    <a:ext uri="{FF2B5EF4-FFF2-40B4-BE49-F238E27FC236}">
                      <a16:creationId xmlns:a16="http://schemas.microsoft.com/office/drawing/2014/main" id="{B3ECA1C8-AE6D-0714-75CB-92CA39198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2">
                  <a:extLst>
                    <a:ext uri="{FF2B5EF4-FFF2-40B4-BE49-F238E27FC236}">
                      <a16:creationId xmlns:a16="http://schemas.microsoft.com/office/drawing/2014/main" id="{EA4A4AA4-385D-2FC5-911D-936CAF24790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65">
                  <a:extLst>
                    <a:ext uri="{FF2B5EF4-FFF2-40B4-BE49-F238E27FC236}">
                      <a16:creationId xmlns:a16="http://schemas.microsoft.com/office/drawing/2014/main" id="{94161EB1-FFB5-E3AE-8F39-3D9DF55801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79">
                  <a:extLst>
                    <a:ext uri="{FF2B5EF4-FFF2-40B4-BE49-F238E27FC236}">
                      <a16:creationId xmlns:a16="http://schemas.microsoft.com/office/drawing/2014/main" id="{CD385C1C-5C8C-6DD6-F6BC-D7A5E3A6CB9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82">
                  <a:extLst>
                    <a:ext uri="{FF2B5EF4-FFF2-40B4-BE49-F238E27FC236}">
                      <a16:creationId xmlns:a16="http://schemas.microsoft.com/office/drawing/2014/main" id="{F7F8D284-2564-ADA8-CCFB-D40D283FB89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85">
                  <a:extLst>
                    <a:ext uri="{FF2B5EF4-FFF2-40B4-BE49-F238E27FC236}">
                      <a16:creationId xmlns:a16="http://schemas.microsoft.com/office/drawing/2014/main" id="{56FD208F-F6F2-58BD-18AC-C98726C1C1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88">
                  <a:extLst>
                    <a:ext uri="{FF2B5EF4-FFF2-40B4-BE49-F238E27FC236}">
                      <a16:creationId xmlns:a16="http://schemas.microsoft.com/office/drawing/2014/main" id="{DD5DC7A2-CA18-B810-E6AE-D6BEB583E3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1" name="Group 40">
                  <a:extLst>
                    <a:ext uri="{FF2B5EF4-FFF2-40B4-BE49-F238E27FC236}">
                      <a16:creationId xmlns:a16="http://schemas.microsoft.com/office/drawing/2014/main" id="{4B1C5344-E309-9ED7-5AFE-D0058B17519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2" name="Line 63">
                    <a:extLst>
                      <a:ext uri="{FF2B5EF4-FFF2-40B4-BE49-F238E27FC236}">
                        <a16:creationId xmlns:a16="http://schemas.microsoft.com/office/drawing/2014/main" id="{CCFD1A7E-FCAE-931E-44E7-0044CC2A9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3" name="Line 66">
                    <a:extLst>
                      <a:ext uri="{FF2B5EF4-FFF2-40B4-BE49-F238E27FC236}">
                        <a16:creationId xmlns:a16="http://schemas.microsoft.com/office/drawing/2014/main" id="{F702C9C8-F1B4-CD10-C93E-D30DD38896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4" name="Line 67">
                    <a:extLst>
                      <a:ext uri="{FF2B5EF4-FFF2-40B4-BE49-F238E27FC236}">
                        <a16:creationId xmlns:a16="http://schemas.microsoft.com/office/drawing/2014/main" id="{ADB22918-AC26-BA11-A7D1-BC5DB0084F0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5" name="Line 80">
                    <a:extLst>
                      <a:ext uri="{FF2B5EF4-FFF2-40B4-BE49-F238E27FC236}">
                        <a16:creationId xmlns:a16="http://schemas.microsoft.com/office/drawing/2014/main" id="{CF488AB0-F5C3-BD78-0C35-98CD3B426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6" name="Line 83">
                    <a:extLst>
                      <a:ext uri="{FF2B5EF4-FFF2-40B4-BE49-F238E27FC236}">
                        <a16:creationId xmlns:a16="http://schemas.microsoft.com/office/drawing/2014/main" id="{740468E0-31D1-8F29-1253-3187F704ED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86">
                    <a:extLst>
                      <a:ext uri="{FF2B5EF4-FFF2-40B4-BE49-F238E27FC236}">
                        <a16:creationId xmlns:a16="http://schemas.microsoft.com/office/drawing/2014/main" id="{DD94DEBD-9341-A102-EC18-FE31F1349AC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89">
                    <a:extLst>
                      <a:ext uri="{FF2B5EF4-FFF2-40B4-BE49-F238E27FC236}">
                        <a16:creationId xmlns:a16="http://schemas.microsoft.com/office/drawing/2014/main" id="{4F0B3B12-2EEC-DB76-CE9D-810C4DAB9D2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C0E7144E-F346-2CFE-E6AA-63D90C953F0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19" name="Group 18">
                  <a:extLst>
                    <a:ext uri="{FF2B5EF4-FFF2-40B4-BE49-F238E27FC236}">
                      <a16:creationId xmlns:a16="http://schemas.microsoft.com/office/drawing/2014/main" id="{0D702975-A312-EBC1-E800-7AA06103476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3" name="Straight Connector 22">
                    <a:extLst>
                      <a:ext uri="{FF2B5EF4-FFF2-40B4-BE49-F238E27FC236}">
                        <a16:creationId xmlns:a16="http://schemas.microsoft.com/office/drawing/2014/main" id="{B7F767C7-DFA4-5BBF-EF9D-E8D1E6B32B96}"/>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955F9B2-A030-962F-1BAE-B58B61979B3F}"/>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5" name="Rectangle 30">
                    <a:extLst>
                      <a:ext uri="{FF2B5EF4-FFF2-40B4-BE49-F238E27FC236}">
                        <a16:creationId xmlns:a16="http://schemas.microsoft.com/office/drawing/2014/main" id="{8F780DAC-C41B-DA71-D2EC-DBB289BD0D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30">
                    <a:extLst>
                      <a:ext uri="{FF2B5EF4-FFF2-40B4-BE49-F238E27FC236}">
                        <a16:creationId xmlns:a16="http://schemas.microsoft.com/office/drawing/2014/main" id="{D545B700-275F-8699-1AB7-D5658B57FA6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0" name="Group 19">
                  <a:extLst>
                    <a:ext uri="{FF2B5EF4-FFF2-40B4-BE49-F238E27FC236}">
                      <a16:creationId xmlns:a16="http://schemas.microsoft.com/office/drawing/2014/main" id="{A5C71E3A-AACB-7543-C066-E5E08A3D86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1" name="Freeform: Shape 31">
                    <a:extLst>
                      <a:ext uri="{FF2B5EF4-FFF2-40B4-BE49-F238E27FC236}">
                        <a16:creationId xmlns:a16="http://schemas.microsoft.com/office/drawing/2014/main" id="{3E792813-0120-511D-6470-1B18DEC4D28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2" name="Freeform: Shape 32">
                    <a:extLst>
                      <a:ext uri="{FF2B5EF4-FFF2-40B4-BE49-F238E27FC236}">
                        <a16:creationId xmlns:a16="http://schemas.microsoft.com/office/drawing/2014/main" id="{724092AC-2CBF-C282-3C4F-DD5773C6937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0" name="Group 9">
                <a:extLst>
                  <a:ext uri="{FF2B5EF4-FFF2-40B4-BE49-F238E27FC236}">
                    <a16:creationId xmlns:a16="http://schemas.microsoft.com/office/drawing/2014/main" id="{059F83C9-0A5D-BF1A-5168-EDFC1B23A18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11" name="Group 10">
                  <a:extLst>
                    <a:ext uri="{FF2B5EF4-FFF2-40B4-BE49-F238E27FC236}">
                      <a16:creationId xmlns:a16="http://schemas.microsoft.com/office/drawing/2014/main" id="{ADDEE125-06A8-7FDB-CE6C-1C4571961F2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9655199D-C580-D300-4346-AFB84AE5660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A27841E-334C-CFAE-C202-1B07F8760C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069DBE-BE90-163C-58C9-42B7D6F5AF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83204CF4-C1F6-5287-4B85-DAD482ABA50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13" name="Freeform 68">
                    <a:extLst>
                      <a:ext uri="{FF2B5EF4-FFF2-40B4-BE49-F238E27FC236}">
                        <a16:creationId xmlns:a16="http://schemas.microsoft.com/office/drawing/2014/main" id="{00FE9438-1AA6-9090-B2B2-FFF88A770B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91110486-BF9A-B529-6328-7F21CC075BD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F9E8B96-29B1-C539-4BBF-D8F345246FD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49" name="Group 48">
              <a:extLst>
                <a:ext uri="{FF2B5EF4-FFF2-40B4-BE49-F238E27FC236}">
                  <a16:creationId xmlns:a16="http://schemas.microsoft.com/office/drawing/2014/main" id="{95BCF94E-9410-1CC3-0BA8-3976FBF4A0C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192855" y="716800"/>
              <a:ext cx="3838575" cy="5583025"/>
              <a:chOff x="199766" y="716800"/>
              <a:chExt cx="3838575" cy="5583025"/>
            </a:xfrm>
          </p:grpSpPr>
          <p:grpSp>
            <p:nvGrpSpPr>
              <p:cNvPr id="50" name="Group 49">
                <a:extLst>
                  <a:ext uri="{FF2B5EF4-FFF2-40B4-BE49-F238E27FC236}">
                    <a16:creationId xmlns:a16="http://schemas.microsoft.com/office/drawing/2014/main" id="{FD1748FA-D9B5-D410-EF4A-55BF1D4796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90329" y="26237"/>
                <a:ext cx="2457450" cy="3838575"/>
                <a:chOff x="587376" y="280988"/>
                <a:chExt cx="2457450" cy="3838575"/>
              </a:xfrm>
            </p:grpSpPr>
            <p:sp>
              <p:nvSpPr>
                <p:cNvPr id="69" name="Freeform 64">
                  <a:extLst>
                    <a:ext uri="{FF2B5EF4-FFF2-40B4-BE49-F238E27FC236}">
                      <a16:creationId xmlns:a16="http://schemas.microsoft.com/office/drawing/2014/main" id="{EC93AB80-BDD2-72DD-3082-3D06868458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0" name="Freeform 81">
                  <a:extLst>
                    <a:ext uri="{FF2B5EF4-FFF2-40B4-BE49-F238E27FC236}">
                      <a16:creationId xmlns:a16="http://schemas.microsoft.com/office/drawing/2014/main" id="{EEBA8184-8F2B-423A-9CEA-D80BF5377D7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1" name="Freeform 61">
                  <a:extLst>
                    <a:ext uri="{FF2B5EF4-FFF2-40B4-BE49-F238E27FC236}">
                      <a16:creationId xmlns:a16="http://schemas.microsoft.com/office/drawing/2014/main" id="{57CD8E89-1931-0D68-8186-15C3C12B89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2" name="Freeform 78">
                  <a:extLst>
                    <a:ext uri="{FF2B5EF4-FFF2-40B4-BE49-F238E27FC236}">
                      <a16:creationId xmlns:a16="http://schemas.microsoft.com/office/drawing/2014/main" id="{45838F4A-36A1-D9B5-2FBC-DED01766E87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3" name="Freeform 84">
                  <a:extLst>
                    <a:ext uri="{FF2B5EF4-FFF2-40B4-BE49-F238E27FC236}">
                      <a16:creationId xmlns:a16="http://schemas.microsoft.com/office/drawing/2014/main" id="{9EB03CBB-7D35-F7F9-EFCA-64013052E2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4" name="Freeform 87">
                  <a:extLst>
                    <a:ext uri="{FF2B5EF4-FFF2-40B4-BE49-F238E27FC236}">
                      <a16:creationId xmlns:a16="http://schemas.microsoft.com/office/drawing/2014/main" id="{B1EA8790-B106-BB33-48DC-8312CF3B955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5" name="Freeform 60">
                  <a:extLst>
                    <a:ext uri="{FF2B5EF4-FFF2-40B4-BE49-F238E27FC236}">
                      <a16:creationId xmlns:a16="http://schemas.microsoft.com/office/drawing/2014/main" id="{5073EF68-F164-3422-9AA9-6919213FEFF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59">
                  <a:extLst>
                    <a:ext uri="{FF2B5EF4-FFF2-40B4-BE49-F238E27FC236}">
                      <a16:creationId xmlns:a16="http://schemas.microsoft.com/office/drawing/2014/main" id="{F37811F5-3EC5-40C9-633C-02E546E0AF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Freeform 62">
                  <a:extLst>
                    <a:ext uri="{FF2B5EF4-FFF2-40B4-BE49-F238E27FC236}">
                      <a16:creationId xmlns:a16="http://schemas.microsoft.com/office/drawing/2014/main" id="{FC54BE48-9456-0F2A-6D77-DAF0C339092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65">
                  <a:extLst>
                    <a:ext uri="{FF2B5EF4-FFF2-40B4-BE49-F238E27FC236}">
                      <a16:creationId xmlns:a16="http://schemas.microsoft.com/office/drawing/2014/main" id="{045A3A08-95BE-9A60-B1E6-408F268F60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79">
                  <a:extLst>
                    <a:ext uri="{FF2B5EF4-FFF2-40B4-BE49-F238E27FC236}">
                      <a16:creationId xmlns:a16="http://schemas.microsoft.com/office/drawing/2014/main" id="{273D807B-0C13-E019-C76E-053F8253953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82">
                  <a:extLst>
                    <a:ext uri="{FF2B5EF4-FFF2-40B4-BE49-F238E27FC236}">
                      <a16:creationId xmlns:a16="http://schemas.microsoft.com/office/drawing/2014/main" id="{27C8BF0E-E071-3B44-0B21-2E8C0892470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1" name="Freeform 85">
                  <a:extLst>
                    <a:ext uri="{FF2B5EF4-FFF2-40B4-BE49-F238E27FC236}">
                      <a16:creationId xmlns:a16="http://schemas.microsoft.com/office/drawing/2014/main" id="{CEB31528-676E-9829-C8AB-A5B24C91F9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88">
                  <a:extLst>
                    <a:ext uri="{FF2B5EF4-FFF2-40B4-BE49-F238E27FC236}">
                      <a16:creationId xmlns:a16="http://schemas.microsoft.com/office/drawing/2014/main" id="{CEE71D73-D61B-AFB9-14A9-57462C398A8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83" name="Group 82">
                  <a:extLst>
                    <a:ext uri="{FF2B5EF4-FFF2-40B4-BE49-F238E27FC236}">
                      <a16:creationId xmlns:a16="http://schemas.microsoft.com/office/drawing/2014/main" id="{716FA03C-E43A-EB9D-6B5E-9B5A55701B6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84" name="Line 63">
                    <a:extLst>
                      <a:ext uri="{FF2B5EF4-FFF2-40B4-BE49-F238E27FC236}">
                        <a16:creationId xmlns:a16="http://schemas.microsoft.com/office/drawing/2014/main" id="{86BEB1B4-8B13-EC11-C48A-9C6E7A31F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Line 66">
                    <a:extLst>
                      <a:ext uri="{FF2B5EF4-FFF2-40B4-BE49-F238E27FC236}">
                        <a16:creationId xmlns:a16="http://schemas.microsoft.com/office/drawing/2014/main" id="{C9AF7F7E-AABE-3FF9-56AC-FA8EC4D0991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Line 67">
                    <a:extLst>
                      <a:ext uri="{FF2B5EF4-FFF2-40B4-BE49-F238E27FC236}">
                        <a16:creationId xmlns:a16="http://schemas.microsoft.com/office/drawing/2014/main" id="{CE7F9262-F1AF-97AE-8F2B-909B1821F4F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Line 80">
                    <a:extLst>
                      <a:ext uri="{FF2B5EF4-FFF2-40B4-BE49-F238E27FC236}">
                        <a16:creationId xmlns:a16="http://schemas.microsoft.com/office/drawing/2014/main" id="{0348AAF7-B764-CEC7-C9D8-1F8A830B3CE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8" name="Line 83">
                    <a:extLst>
                      <a:ext uri="{FF2B5EF4-FFF2-40B4-BE49-F238E27FC236}">
                        <a16:creationId xmlns:a16="http://schemas.microsoft.com/office/drawing/2014/main" id="{C94002DB-71DF-D555-73AA-FB36950CFD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Line 86">
                    <a:extLst>
                      <a:ext uri="{FF2B5EF4-FFF2-40B4-BE49-F238E27FC236}">
                        <a16:creationId xmlns:a16="http://schemas.microsoft.com/office/drawing/2014/main" id="{B057645C-FAE7-DAA0-7065-406885CA28C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0" name="Line 89">
                    <a:extLst>
                      <a:ext uri="{FF2B5EF4-FFF2-40B4-BE49-F238E27FC236}">
                        <a16:creationId xmlns:a16="http://schemas.microsoft.com/office/drawing/2014/main" id="{A56A6525-832E-5D90-C98A-C6063F5AE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51" name="Group 50">
                <a:extLst>
                  <a:ext uri="{FF2B5EF4-FFF2-40B4-BE49-F238E27FC236}">
                    <a16:creationId xmlns:a16="http://schemas.microsoft.com/office/drawing/2014/main" id="{421C0FE1-7D43-A6CB-B707-1E63308859D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3500000">
                <a:off x="480743" y="3311698"/>
                <a:ext cx="1785984" cy="2211229"/>
                <a:chOff x="3125006" y="3171595"/>
                <a:chExt cx="1785984" cy="2211229"/>
              </a:xfrm>
            </p:grpSpPr>
            <p:grpSp>
              <p:nvGrpSpPr>
                <p:cNvPr id="61" name="Group 60">
                  <a:extLst>
                    <a:ext uri="{FF2B5EF4-FFF2-40B4-BE49-F238E27FC236}">
                      <a16:creationId xmlns:a16="http://schemas.microsoft.com/office/drawing/2014/main" id="{CB3C26E9-857B-E9A7-7751-50AC8B93B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65" name="Straight Connector 64">
                    <a:extLst>
                      <a:ext uri="{FF2B5EF4-FFF2-40B4-BE49-F238E27FC236}">
                        <a16:creationId xmlns:a16="http://schemas.microsoft.com/office/drawing/2014/main" id="{72BD28F9-469C-22AF-7C8F-758989829B1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461E3726-FE4D-39B5-5FDD-11AECB1B517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67" name="Rectangle 30">
                    <a:extLst>
                      <a:ext uri="{FF2B5EF4-FFF2-40B4-BE49-F238E27FC236}">
                        <a16:creationId xmlns:a16="http://schemas.microsoft.com/office/drawing/2014/main" id="{55D3AD5E-F699-B39E-1ACD-31FE8B9496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30">
                    <a:extLst>
                      <a:ext uri="{FF2B5EF4-FFF2-40B4-BE49-F238E27FC236}">
                        <a16:creationId xmlns:a16="http://schemas.microsoft.com/office/drawing/2014/main" id="{14A3AC03-73A8-179B-0255-F6595B030F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5BC7721D-A36D-C25E-F2FF-B08899CD462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63" name="Freeform: Shape 73">
                    <a:extLst>
                      <a:ext uri="{FF2B5EF4-FFF2-40B4-BE49-F238E27FC236}">
                        <a16:creationId xmlns:a16="http://schemas.microsoft.com/office/drawing/2014/main" id="{24FE16C1-456C-BE45-0DC5-B0632951C4E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64" name="Freeform: Shape 74">
                    <a:extLst>
                      <a:ext uri="{FF2B5EF4-FFF2-40B4-BE49-F238E27FC236}">
                        <a16:creationId xmlns:a16="http://schemas.microsoft.com/office/drawing/2014/main" id="{E3694B78-817C-725C-E3FA-0EBB270DAA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52" name="Group 51">
                <a:extLst>
                  <a:ext uri="{FF2B5EF4-FFF2-40B4-BE49-F238E27FC236}">
                    <a16:creationId xmlns:a16="http://schemas.microsoft.com/office/drawing/2014/main" id="{D28E1246-F52C-0640-95BD-015F886124B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0800000">
                <a:off x="555957" y="5230097"/>
                <a:ext cx="641183" cy="1069728"/>
                <a:chOff x="6484112" y="2967038"/>
                <a:chExt cx="641183" cy="1069728"/>
              </a:xfrm>
            </p:grpSpPr>
            <p:grpSp>
              <p:nvGrpSpPr>
                <p:cNvPr id="53" name="Group 52">
                  <a:extLst>
                    <a:ext uri="{FF2B5EF4-FFF2-40B4-BE49-F238E27FC236}">
                      <a16:creationId xmlns:a16="http://schemas.microsoft.com/office/drawing/2014/main" id="{654CE322-1ED4-48F8-A09B-F4D21B1524B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6808136" y="2967038"/>
                  <a:ext cx="317159" cy="932400"/>
                  <a:chOff x="6808136" y="2967038"/>
                  <a:chExt cx="317159" cy="932400"/>
                </a:xfrm>
              </p:grpSpPr>
              <p:sp>
                <p:nvSpPr>
                  <p:cNvPr id="58" name="Freeform 57">
                    <a:extLst>
                      <a:ext uri="{FF2B5EF4-FFF2-40B4-BE49-F238E27FC236}">
                        <a16:creationId xmlns:a16="http://schemas.microsoft.com/office/drawing/2014/main" id="{8B84CF30-E3E9-C0A1-D1EF-BCE3C73EE1E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9" name="Freeform 58">
                    <a:extLst>
                      <a:ext uri="{FF2B5EF4-FFF2-40B4-BE49-F238E27FC236}">
                        <a16:creationId xmlns:a16="http://schemas.microsoft.com/office/drawing/2014/main" id="{53D1F963-F022-6FD5-F242-4EBFF537CC8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0" name="Line 70">
                    <a:extLst>
                      <a:ext uri="{FF2B5EF4-FFF2-40B4-BE49-F238E27FC236}">
                        <a16:creationId xmlns:a16="http://schemas.microsoft.com/office/drawing/2014/main" id="{CF67ABB8-6B94-86EA-239A-03986A96908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54" name="Group 53">
                  <a:extLst>
                    <a:ext uri="{FF2B5EF4-FFF2-40B4-BE49-F238E27FC236}">
                      <a16:creationId xmlns:a16="http://schemas.microsoft.com/office/drawing/2014/main" id="{1A7A8F26-FCAA-BA92-E5E8-4CC86F715F6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a:off x="6484112" y="3104366"/>
                  <a:ext cx="317159" cy="932400"/>
                  <a:chOff x="6808136" y="2967038"/>
                  <a:chExt cx="317159" cy="932400"/>
                </a:xfrm>
              </p:grpSpPr>
              <p:sp>
                <p:nvSpPr>
                  <p:cNvPr id="55" name="Freeform 68">
                    <a:extLst>
                      <a:ext uri="{FF2B5EF4-FFF2-40B4-BE49-F238E27FC236}">
                        <a16:creationId xmlns:a16="http://schemas.microsoft.com/office/drawing/2014/main" id="{0F8531EE-3F08-B345-5629-D105362C1E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6" name="Freeform 69">
                    <a:extLst>
                      <a:ext uri="{FF2B5EF4-FFF2-40B4-BE49-F238E27FC236}">
                        <a16:creationId xmlns:a16="http://schemas.microsoft.com/office/drawing/2014/main" id="{0A2F137C-AAF4-114A-2ACB-21D28BCDAE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57" name="Line 70">
                    <a:extLst>
                      <a:ext uri="{FF2B5EF4-FFF2-40B4-BE49-F238E27FC236}">
                        <a16:creationId xmlns:a16="http://schemas.microsoft.com/office/drawing/2014/main" id="{9651D6D7-979D-F020-51EC-50B39BF8F82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cxnSp>
        <p:nvCxnSpPr>
          <p:cNvPr id="94" name="Straight Connector 93">
            <a:extLst>
              <a:ext uri="{FF2B5EF4-FFF2-40B4-BE49-F238E27FC236}">
                <a16:creationId xmlns:a16="http://schemas.microsoft.com/office/drawing/2014/main" id="{FE833E4E-4232-FFDA-5020-37E4AD56D9B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13987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Title 1">
            <a:extLst>
              <a:ext uri="{FF2B5EF4-FFF2-40B4-BE49-F238E27FC236}">
                <a16:creationId xmlns:a16="http://schemas.microsoft.com/office/drawing/2014/main" id="{C69B35B4-8267-15C0-DBC8-85F19005E59C}"/>
              </a:ext>
            </a:extLst>
          </p:cNvPr>
          <p:cNvSpPr>
            <a:spLocks noGrp="1"/>
          </p:cNvSpPr>
          <p:nvPr>
            <p:ph type="ctrTitle"/>
          </p:nvPr>
        </p:nvSpPr>
        <p:spPr>
          <a:xfrm>
            <a:off x="3627120" y="1143006"/>
            <a:ext cx="4937760" cy="2731076"/>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93" name="Subtitle 2">
            <a:extLst>
              <a:ext uri="{FF2B5EF4-FFF2-40B4-BE49-F238E27FC236}">
                <a16:creationId xmlns:a16="http://schemas.microsoft.com/office/drawing/2014/main" id="{2F1F49DF-E0A4-2236-FD46-ECB7130CBBCA}"/>
              </a:ext>
            </a:extLst>
          </p:cNvPr>
          <p:cNvSpPr>
            <a:spLocks noGrp="1"/>
          </p:cNvSpPr>
          <p:nvPr>
            <p:ph type="subTitle" idx="1"/>
          </p:nvPr>
        </p:nvSpPr>
        <p:spPr>
          <a:xfrm>
            <a:off x="2895600" y="4405673"/>
            <a:ext cx="6400800" cy="1309327"/>
          </a:xfrm>
        </p:spPr>
        <p:txBody>
          <a:bodyPr vert="horz" lIns="91440" tIns="45720" rIns="91440" bIns="45720" rtlCol="0">
            <a:noAutofit/>
          </a:bodyPr>
          <a:lstStyle>
            <a:lvl1pPr marL="0" indent="0" algn="ctr">
              <a:buNone/>
              <a:defRPr lang="en-US" sz="1800" cap="all" spc="100" baseline="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1546269" y="6343955"/>
            <a:ext cx="1349331"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0216524"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0044568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F4653F0-6B33-4C71-828A-C82AA65592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1"/>
            <a:ext cx="12188952" cy="434340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73DFE91C-7345-DD86-AFC2-44F578231F50}"/>
              </a:ext>
            </a:extLst>
          </p:cNvPr>
          <p:cNvSpPr>
            <a:spLocks noGrp="1"/>
          </p:cNvSpPr>
          <p:nvPr>
            <p:ph type="ctrTitle"/>
          </p:nvPr>
        </p:nvSpPr>
        <p:spPr>
          <a:xfrm>
            <a:off x="612648" y="4665421"/>
            <a:ext cx="10972800" cy="786384"/>
          </a:xfrm>
          <a:prstGeom prst="rect">
            <a:avLst/>
          </a:prstGeom>
        </p:spPr>
        <p:txBody>
          <a:bodyPr anchor="b">
            <a:noAutofit/>
          </a:bodyPr>
          <a:lstStyle>
            <a:lvl1pPr algn="ctr">
              <a:defRPr sz="4000"/>
            </a:lvl1pPr>
          </a:lstStyle>
          <a:p>
            <a:r>
              <a:rPr lang="en-US"/>
              <a:t>Click to edit Master title style</a:t>
            </a:r>
          </a:p>
        </p:txBody>
      </p:sp>
      <p:sp>
        <p:nvSpPr>
          <p:cNvPr id="14" name="Subtitle 2">
            <a:extLst>
              <a:ext uri="{FF2B5EF4-FFF2-40B4-BE49-F238E27FC236}">
                <a16:creationId xmlns:a16="http://schemas.microsoft.com/office/drawing/2014/main" id="{AB35AACE-B44B-CA08-96C2-71DD9C864615}"/>
              </a:ext>
            </a:extLst>
          </p:cNvPr>
          <p:cNvSpPr>
            <a:spLocks noGrp="1"/>
          </p:cNvSpPr>
          <p:nvPr>
            <p:ph type="subTitle" idx="1"/>
          </p:nvPr>
        </p:nvSpPr>
        <p:spPr>
          <a:xfrm>
            <a:off x="612648" y="5623560"/>
            <a:ext cx="10972800" cy="548640"/>
          </a:xfrm>
        </p:spPr>
        <p:txBody>
          <a:bodyPr anchor="t">
            <a:noAutofit/>
          </a:bodyPr>
          <a:lstStyle>
            <a:lvl1pPr marL="0" indent="0" algn="ctr">
              <a:buNone/>
              <a:defRPr sz="1800" cap="all" spc="1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7" name="Picture Placeholder 16">
            <a:extLst>
              <a:ext uri="{FF2B5EF4-FFF2-40B4-BE49-F238E27FC236}">
                <a16:creationId xmlns:a16="http://schemas.microsoft.com/office/drawing/2014/main" id="{653CEB38-7674-CDA0-DA5F-9C3CB1645A07}"/>
              </a:ext>
            </a:extLst>
          </p:cNvPr>
          <p:cNvSpPr>
            <a:spLocks noGrp="1"/>
          </p:cNvSpPr>
          <p:nvPr>
            <p:ph type="pic" sz="quarter" idx="17" hasCustomPrompt="1"/>
          </p:nvPr>
        </p:nvSpPr>
        <p:spPr>
          <a:xfrm>
            <a:off x="275844" y="274319"/>
            <a:ext cx="11640312" cy="3794760"/>
          </a:xfrm>
          <a:blipFill>
            <a:blip r:embed="rId2">
              <a:alphaModFix amt="60000"/>
            </a:blip>
            <a:stretch>
              <a:fillRect/>
            </a:stretch>
          </a:blipFill>
        </p:spPr>
        <p:txBody>
          <a:bodyPr/>
          <a:lstStyle>
            <a:lvl1pPr>
              <a:defRPr/>
            </a:lvl1pPr>
          </a:lstStyle>
          <a:p>
            <a:r>
              <a:rPr lang="en-US"/>
              <a:t> </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a:xfrm>
            <a:off x="612647" y="6343955"/>
            <a:ext cx="2202644"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20xx</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a:xfrm>
            <a:off x="4693298" y="6343955"/>
            <a:ext cx="2805405" cy="365125"/>
          </a:xfrm>
          <a:prstGeom prst="rect">
            <a:avLst/>
          </a:prstGeom>
        </p:spPr>
        <p:txBody>
          <a:bodyPr>
            <a:noAutofit/>
          </a:bodyPr>
          <a:lstStyle>
            <a:lvl1pPr>
              <a:defRPr b="0" i="0" cap="all" baseline="0">
                <a:latin typeface="Avenir Next LT Pro Light" panose="020B0304020202020204" pitchFamily="34" charset="77"/>
              </a:defRPr>
            </a:lvl1pPr>
          </a:lstStyle>
          <a:p>
            <a:r>
              <a:rPr lang="en-US"/>
              <a:t>Sample Footer Text</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a:xfrm>
            <a:off x="11147096" y="6343955"/>
            <a:ext cx="429207" cy="365125"/>
          </a:xfrm>
          <a:prstGeom prst="rect">
            <a:avLst/>
          </a:prstGeom>
        </p:spPr>
        <p:txBody>
          <a:bodyPr>
            <a:noAutofit/>
          </a:bodyPr>
          <a:lstStyle>
            <a:lvl1pPr>
              <a:defRPr b="0" i="0" cap="all" baseline="0">
                <a:latin typeface="Avenir Next LT Pro Light" panose="020B0304020202020204" pitchFamily="34" charset="77"/>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316740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grpSp>
        <p:nvGrpSpPr>
          <p:cNvPr id="3" name="Vector">
            <a:extLst>
              <a:ext uri="{FF2B5EF4-FFF2-40B4-BE49-F238E27FC236}">
                <a16:creationId xmlns:a16="http://schemas.microsoft.com/office/drawing/2014/main" id="{05BC5FEA-7AAF-F0C6-F596-0A63B82981B9}"/>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rot="10800000">
            <a:off x="8034190" y="858838"/>
            <a:ext cx="2216150" cy="1177924"/>
            <a:chOff x="4987925" y="2840038"/>
            <a:chExt cx="2216150" cy="1177924"/>
          </a:xfrm>
        </p:grpSpPr>
        <p:sp>
          <p:nvSpPr>
            <p:cNvPr id="4" name="Rectangle 3">
              <a:extLst>
                <a:ext uri="{FF2B5EF4-FFF2-40B4-BE49-F238E27FC236}">
                  <a16:creationId xmlns:a16="http://schemas.microsoft.com/office/drawing/2014/main" id="{4F0F91CF-DA5C-92E6-E259-06EB35D02DBA}"/>
                </a:ext>
                <a:ext uri="{C183D7F6-B498-43B3-948B-1728B52AA6E4}">
                  <adec:decorative xmlns:adec="http://schemas.microsoft.com/office/drawing/2017/decorative" val="1"/>
                </a:ext>
              </a:extLst>
            </p:cNvPr>
            <p:cNvSpPr>
              <a:spLocks/>
            </p:cNvSpPr>
            <p:nvPr userDrawn="1">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 name="Group 4">
              <a:extLst>
                <a:ext uri="{FF2B5EF4-FFF2-40B4-BE49-F238E27FC236}">
                  <a16:creationId xmlns:a16="http://schemas.microsoft.com/office/drawing/2014/main" id="{590A6D5C-58C6-FEAD-68C8-24D2A3D56E23}"/>
                </a:ext>
                <a:ext uri="{C183D7F6-B498-43B3-948B-1728B52AA6E4}">
                  <adec:decorative xmlns:adec="http://schemas.microsoft.com/office/drawing/2017/decorative" val="1"/>
                </a:ext>
              </a:extLst>
            </p:cNvPr>
            <p:cNvGrpSpPr>
              <a:grpSpLocks/>
            </p:cNvGrpSpPr>
            <p:nvPr userDrawn="1">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6" name="Group 5">
                <a:extLst>
                  <a:ext uri="{FF2B5EF4-FFF2-40B4-BE49-F238E27FC236}">
                    <a16:creationId xmlns:a16="http://schemas.microsoft.com/office/drawing/2014/main" id="{A90926D2-838C-FBAD-9106-B5A110A5B61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9" name="Freeform 68">
                  <a:extLst>
                    <a:ext uri="{FF2B5EF4-FFF2-40B4-BE49-F238E27FC236}">
                      <a16:creationId xmlns:a16="http://schemas.microsoft.com/office/drawing/2014/main" id="{CCAB97FA-3590-3E85-EC04-2D8629BF665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Freeform 69">
                  <a:extLst>
                    <a:ext uri="{FF2B5EF4-FFF2-40B4-BE49-F238E27FC236}">
                      <a16:creationId xmlns:a16="http://schemas.microsoft.com/office/drawing/2014/main" id="{857AF2EC-F313-8348-C809-81779327360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1" name="Line 70">
                  <a:extLst>
                    <a:ext uri="{FF2B5EF4-FFF2-40B4-BE49-F238E27FC236}">
                      <a16:creationId xmlns:a16="http://schemas.microsoft.com/office/drawing/2014/main" id="{BBDA2187-09E1-36CB-CC34-C2A68B7444E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4" name="Group 13">
                <a:extLst>
                  <a:ext uri="{FF2B5EF4-FFF2-40B4-BE49-F238E27FC236}">
                    <a16:creationId xmlns:a16="http://schemas.microsoft.com/office/drawing/2014/main" id="{C2789EB6-B58C-B0A4-96BE-1114C7775A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3" name="Freeform 68">
                  <a:extLst>
                    <a:ext uri="{FF2B5EF4-FFF2-40B4-BE49-F238E27FC236}">
                      <a16:creationId xmlns:a16="http://schemas.microsoft.com/office/drawing/2014/main" id="{52069191-F544-13F2-C808-AA9DE0883B1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886F9107-7BA2-7341-3D65-956BBB0D537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5D813785-2AF4-1081-B91E-8A290C54B64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Rectangle 1">
            <a:extLst>
              <a:ext uri="{FF2B5EF4-FFF2-40B4-BE49-F238E27FC236}">
                <a16:creationId xmlns:a16="http://schemas.microsoft.com/office/drawing/2014/main" id="{055E2131-6122-D702-6ACB-2368A1E59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7" name="Title 1">
            <a:extLst>
              <a:ext uri="{FF2B5EF4-FFF2-40B4-BE49-F238E27FC236}">
                <a16:creationId xmlns:a16="http://schemas.microsoft.com/office/drawing/2014/main" id="{747188C3-B888-04ED-88FD-00077E25ED67}"/>
              </a:ext>
            </a:extLst>
          </p:cNvPr>
          <p:cNvSpPr>
            <a:spLocks noGrp="1"/>
          </p:cNvSpPr>
          <p:nvPr>
            <p:ph type="ctrTitle"/>
          </p:nvPr>
        </p:nvSpPr>
        <p:spPr>
          <a:xfrm>
            <a:off x="6704598" y="2339742"/>
            <a:ext cx="4856348" cy="1546458"/>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18" name="Subtitle 2">
            <a:extLst>
              <a:ext uri="{FF2B5EF4-FFF2-40B4-BE49-F238E27FC236}">
                <a16:creationId xmlns:a16="http://schemas.microsoft.com/office/drawing/2014/main" id="{A7603D50-928A-CF87-EECC-DA89E7864746}"/>
              </a:ext>
            </a:extLst>
          </p:cNvPr>
          <p:cNvSpPr>
            <a:spLocks noGrp="1"/>
          </p:cNvSpPr>
          <p:nvPr>
            <p:ph type="subTitle" idx="1"/>
          </p:nvPr>
        </p:nvSpPr>
        <p:spPr>
          <a:xfrm>
            <a:off x="6704598"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8" name="Picture Placeholder 24">
            <a:extLst>
              <a:ext uri="{FF2B5EF4-FFF2-40B4-BE49-F238E27FC236}">
                <a16:creationId xmlns:a16="http://schemas.microsoft.com/office/drawing/2014/main" id="{ECD41283-05EB-5E8A-99FA-EF1E9F10D257}"/>
              </a:ext>
            </a:extLst>
          </p:cNvPr>
          <p:cNvSpPr>
            <a:spLocks noGrp="1"/>
          </p:cNvSpPr>
          <p:nvPr>
            <p:ph type="pic" sz="quarter" idx="17" hasCustomPrompt="1"/>
          </p:nvPr>
        </p:nvSpPr>
        <p:spPr>
          <a:xfrm>
            <a:off x="272796" y="233172"/>
            <a:ext cx="5550408" cy="6391656"/>
          </a:xfrm>
          <a:blipFill>
            <a:blip r:embed="rId2">
              <a:alphaModFix amt="60000"/>
            </a:blip>
            <a:stretch>
              <a:fillRect/>
            </a:stretch>
          </a:blipFill>
        </p:spPr>
        <p:txBody>
          <a:bodyPr/>
          <a:lstStyle>
            <a:lvl1pPr>
              <a:defRPr/>
            </a:lvl1pPr>
          </a:lstStyle>
          <a:p>
            <a:r>
              <a:rPr lang="en-US"/>
              <a:t> </a:t>
            </a:r>
          </a:p>
        </p:txBody>
      </p:sp>
      <p:sp>
        <p:nvSpPr>
          <p:cNvPr id="26" name="Footer Placeholder 7">
            <a:extLst>
              <a:ext uri="{FF2B5EF4-FFF2-40B4-BE49-F238E27FC236}">
                <a16:creationId xmlns:a16="http://schemas.microsoft.com/office/drawing/2014/main" id="{98746AF5-45F6-8A1D-B9A2-A5E96DA07A89}"/>
              </a:ext>
            </a:extLst>
          </p:cNvPr>
          <p:cNvSpPr>
            <a:spLocks noGrp="1"/>
          </p:cNvSpPr>
          <p:nvPr>
            <p:ph type="ftr" sz="quarter" idx="15"/>
          </p:nvPr>
        </p:nvSpPr>
        <p:spPr>
          <a:xfrm>
            <a:off x="6704598" y="6338703"/>
            <a:ext cx="2070484" cy="365125"/>
          </a:xfrm>
          <a:prstGeom prst="rect">
            <a:avLst/>
          </a:prstGeom>
        </p:spPr>
        <p:txBody>
          <a:bodyPr>
            <a:noAutofit/>
          </a:bodyPr>
          <a:lstStyle/>
          <a:p>
            <a:r>
              <a:rPr lang="en-US"/>
              <a:t>Sample Footer Text</a:t>
            </a:r>
          </a:p>
        </p:txBody>
      </p:sp>
      <p:sp>
        <p:nvSpPr>
          <p:cNvPr id="27" name="Date Placeholder 6">
            <a:extLst>
              <a:ext uri="{FF2B5EF4-FFF2-40B4-BE49-F238E27FC236}">
                <a16:creationId xmlns:a16="http://schemas.microsoft.com/office/drawing/2014/main" id="{3CDB4CF3-D437-A576-6D88-391341E6619F}"/>
              </a:ext>
            </a:extLst>
          </p:cNvPr>
          <p:cNvSpPr>
            <a:spLocks noGrp="1"/>
          </p:cNvSpPr>
          <p:nvPr>
            <p:ph type="dt" sz="half" idx="14"/>
          </p:nvPr>
        </p:nvSpPr>
        <p:spPr>
          <a:xfrm>
            <a:off x="9739161" y="6338703"/>
            <a:ext cx="1392578" cy="365125"/>
          </a:xfrm>
          <a:prstGeom prst="rect">
            <a:avLst/>
          </a:prstGeom>
        </p:spPr>
        <p:txBody>
          <a:bodyPr>
            <a:noAutofit/>
          </a:bodyPr>
          <a:lstStyle/>
          <a:p>
            <a:r>
              <a:rPr lang="en-US"/>
              <a:t>20xx</a:t>
            </a:r>
          </a:p>
        </p:txBody>
      </p:sp>
      <p:sp>
        <p:nvSpPr>
          <p:cNvPr id="28" name="Slide Number Placeholder 8">
            <a:extLst>
              <a:ext uri="{FF2B5EF4-FFF2-40B4-BE49-F238E27FC236}">
                <a16:creationId xmlns:a16="http://schemas.microsoft.com/office/drawing/2014/main" id="{D691BA2D-39A6-C5EA-8537-54C0F1EDC193}"/>
              </a:ext>
            </a:extLst>
          </p:cNvPr>
          <p:cNvSpPr>
            <a:spLocks noGrp="1"/>
          </p:cNvSpPr>
          <p:nvPr>
            <p:ph type="sldNum" sz="quarter" idx="16"/>
          </p:nvPr>
        </p:nvSpPr>
        <p:spPr>
          <a:xfrm>
            <a:off x="11131739" y="6342301"/>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361858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303A30A-E163-EC69-BC74-DBBB57D2DF1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0" y="0"/>
            <a:ext cx="521286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824728" y="685805"/>
            <a:ext cx="5760720" cy="2925456"/>
          </a:xfrm>
          <a:prstGeom prst="rect">
            <a:avLst/>
          </a:prstGeom>
        </p:spPr>
        <p:txBody>
          <a:bodyPr vert="horz" lIns="91440" tIns="45720" rIns="91440" bIns="45720" rtlCol="0" anchor="b">
            <a:noAutofit/>
          </a:bodyPr>
          <a:lstStyle>
            <a:lvl1pPr>
              <a:defRPr lang="en-US" sz="4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5815584" y="4142852"/>
            <a:ext cx="5760719" cy="2029344"/>
          </a:xfrm>
        </p:spPr>
        <p:txBody>
          <a:bodyPr vert="horz" lIns="91440" tIns="45720" rIns="91440" bIns="45720" rtlCol="0">
            <a:noAutofit/>
          </a:bodyPr>
          <a:lstStyle>
            <a:lvl1pPr marL="0" indent="0">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5" name="Picture Placeholder 24">
            <a:extLst>
              <a:ext uri="{FF2B5EF4-FFF2-40B4-BE49-F238E27FC236}">
                <a16:creationId xmlns:a16="http://schemas.microsoft.com/office/drawing/2014/main" id="{CEBB28F2-4B93-B449-3651-1A13235A406A}"/>
              </a:ext>
            </a:extLst>
          </p:cNvPr>
          <p:cNvSpPr>
            <a:spLocks noGrp="1"/>
          </p:cNvSpPr>
          <p:nvPr>
            <p:ph type="pic" sz="quarter" idx="17" hasCustomPrompt="1"/>
          </p:nvPr>
        </p:nvSpPr>
        <p:spPr>
          <a:xfrm>
            <a:off x="272796" y="233172"/>
            <a:ext cx="4663440" cy="6391656"/>
          </a:xfrm>
          <a:blipFill>
            <a:blip r:embed="rId2">
              <a:alphaModFix amt="60000"/>
            </a:blip>
            <a:stretch>
              <a:fillRect/>
            </a:stretch>
          </a:blipFill>
        </p:spPr>
        <p:txBody>
          <a:bodyPr/>
          <a:lstStyle>
            <a:lvl1pPr>
              <a:defRPr/>
            </a:lvl1pPr>
          </a:lstStyle>
          <a:p>
            <a:r>
              <a:rPr lang="en-US"/>
              <a:t> </a:t>
            </a:r>
          </a:p>
        </p:txBody>
      </p:sp>
      <p:cxnSp>
        <p:nvCxnSpPr>
          <p:cNvPr id="19" name="Straight Connector 18">
            <a:extLst>
              <a:ext uri="{FF2B5EF4-FFF2-40B4-BE49-F238E27FC236}">
                <a16:creationId xmlns:a16="http://schemas.microsoft.com/office/drawing/2014/main" id="{EA012170-4B32-903F-0861-DB263F28C32E}"/>
              </a:ext>
            </a:extLst>
          </p:cNvPr>
          <p:cNvCxnSpPr>
            <a:cxnSpLocks/>
          </p:cNvCxnSpPr>
          <p:nvPr userDrawn="1"/>
        </p:nvCxnSpPr>
        <p:spPr>
          <a:xfrm>
            <a:off x="5929503" y="387705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5824728" y="6343955"/>
            <a:ext cx="3014472"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884284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grpSp>
        <p:nvGrpSpPr>
          <p:cNvPr id="4" name="Vector">
            <a:extLst>
              <a:ext uri="{FF2B5EF4-FFF2-40B4-BE49-F238E27FC236}">
                <a16:creationId xmlns:a16="http://schemas.microsoft.com/office/drawing/2014/main" id="{2D6E1CE8-4390-5ACE-1DD7-69C044B389C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1973453" y="49440"/>
            <a:ext cx="2216150" cy="1177924"/>
            <a:chOff x="4987925" y="2840038"/>
            <a:chExt cx="2216150" cy="1177924"/>
          </a:xfrm>
        </p:grpSpPr>
        <p:sp>
          <p:nvSpPr>
            <p:cNvPr id="5" name="Rectangle 4">
              <a:extLst>
                <a:ext uri="{FF2B5EF4-FFF2-40B4-BE49-F238E27FC236}">
                  <a16:creationId xmlns:a16="http://schemas.microsoft.com/office/drawing/2014/main" id="{7229E3A5-61F4-8686-47E6-23AA4BA88D8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a:extLst>
                <a:ext uri="{FF2B5EF4-FFF2-40B4-BE49-F238E27FC236}">
                  <a16:creationId xmlns:a16="http://schemas.microsoft.com/office/drawing/2014/main" id="{7E856271-928E-846B-40C6-6722B0F71241}"/>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DAAEDEF-71AF-EADA-0548-E25C605A8FED}"/>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6" name="Freeform 68">
                  <a:extLst>
                    <a:ext uri="{FF2B5EF4-FFF2-40B4-BE49-F238E27FC236}">
                      <a16:creationId xmlns:a16="http://schemas.microsoft.com/office/drawing/2014/main" id="{5EE50072-C4FB-0181-60E5-434A03ED135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68EBE8D7-3188-E72D-5F72-28D808D755B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Line 70">
                  <a:extLst>
                    <a:ext uri="{FF2B5EF4-FFF2-40B4-BE49-F238E27FC236}">
                      <a16:creationId xmlns:a16="http://schemas.microsoft.com/office/drawing/2014/main" id="{D1EF8C51-DD1D-E2EF-691E-3A7AF07DD43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32DB78EC-1B67-FA19-9EC4-3F3CCB2547F6}"/>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3" name="Freeform 68">
                  <a:extLst>
                    <a:ext uri="{FF2B5EF4-FFF2-40B4-BE49-F238E27FC236}">
                      <a16:creationId xmlns:a16="http://schemas.microsoft.com/office/drawing/2014/main" id="{4E17A2ED-C8D3-9216-DC04-61913804B8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55D467ED-D0EE-8D50-0125-5B3493E6E87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BD34E8D5-1825-4F71-AD4E-312BFCBBA6D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9" name="Rectangle 18">
            <a:extLst>
              <a:ext uri="{FF2B5EF4-FFF2-40B4-BE49-F238E27FC236}">
                <a16:creationId xmlns:a16="http://schemas.microsoft.com/office/drawing/2014/main" id="{AD866302-BF6C-48AB-E342-8566591465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93372" y="0"/>
            <a:ext cx="60960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5659DA3C-D7CD-154F-F462-687885B1F50B}"/>
              </a:ext>
            </a:extLst>
          </p:cNvPr>
          <p:cNvSpPr>
            <a:spLocks noGrp="1"/>
          </p:cNvSpPr>
          <p:nvPr>
            <p:ph type="ctrTitle"/>
          </p:nvPr>
        </p:nvSpPr>
        <p:spPr>
          <a:xfrm>
            <a:off x="609600" y="2154268"/>
            <a:ext cx="4856348" cy="1731932"/>
          </a:xfrm>
          <a:prstGeom prst="rect">
            <a:avLst/>
          </a:prstGeom>
        </p:spPr>
        <p:txBody>
          <a:bodyPr vert="horz" lIns="91440" tIns="45720" rIns="91440" bIns="45720" rtlCol="0" anchor="b">
            <a:noAutofit/>
          </a:bodyPr>
          <a:lstStyle>
            <a:lvl1pPr algn="ctr">
              <a:defRPr lang="en-US" sz="4000" dirty="0"/>
            </a:lvl1pPr>
          </a:lstStyle>
          <a:p>
            <a:pPr lvl="0"/>
            <a:r>
              <a:rPr lang="en-US"/>
              <a:t>Click to edit Master title style</a:t>
            </a:r>
          </a:p>
        </p:txBody>
      </p:sp>
      <p:sp>
        <p:nvSpPr>
          <p:cNvPr id="30" name="Subtitle 2">
            <a:extLst>
              <a:ext uri="{FF2B5EF4-FFF2-40B4-BE49-F238E27FC236}">
                <a16:creationId xmlns:a16="http://schemas.microsoft.com/office/drawing/2014/main" id="{9D145525-9A2E-54DF-B47A-74AFF1644A46}"/>
              </a:ext>
            </a:extLst>
          </p:cNvPr>
          <p:cNvSpPr>
            <a:spLocks noGrp="1"/>
          </p:cNvSpPr>
          <p:nvPr>
            <p:ph type="subTitle" idx="1"/>
          </p:nvPr>
        </p:nvSpPr>
        <p:spPr>
          <a:xfrm>
            <a:off x="609600" y="4142852"/>
            <a:ext cx="4856348" cy="2029344"/>
          </a:xfrm>
        </p:spPr>
        <p:txBody>
          <a:bodyPr vert="horz" lIns="91440" tIns="45720" rIns="91440" bIns="45720" rtlCol="0">
            <a:noAutofit/>
          </a:bodyPr>
          <a:lstStyle>
            <a:lvl1pPr marL="0" indent="0" algn="ctr">
              <a:buNone/>
              <a:defRPr lang="en-US" sz="1800" cap="all" spc="100" baseline="0" dirty="0">
                <a:solidFill>
                  <a:schemeClr val="tx1">
                    <a:lumMod val="65000"/>
                    <a:lumOff val="35000"/>
                  </a:schemeClr>
                </a:solidFill>
              </a:defRPr>
            </a:lvl1pPr>
          </a:lstStyle>
          <a:p>
            <a:pPr lvl="0"/>
            <a:r>
              <a:rPr lang="en-US"/>
              <a:t>Click to edit Master subtitle style</a:t>
            </a:r>
          </a:p>
        </p:txBody>
      </p:sp>
      <p:sp>
        <p:nvSpPr>
          <p:cNvPr id="11" name="Footer Placeholder 7">
            <a:extLst>
              <a:ext uri="{FF2B5EF4-FFF2-40B4-BE49-F238E27FC236}">
                <a16:creationId xmlns:a16="http://schemas.microsoft.com/office/drawing/2014/main" id="{B06B9EBB-080E-1157-1D8D-295A6B243162}"/>
              </a:ext>
            </a:extLst>
          </p:cNvPr>
          <p:cNvSpPr>
            <a:spLocks noGrp="1"/>
          </p:cNvSpPr>
          <p:nvPr>
            <p:ph type="ftr" sz="quarter" idx="15"/>
          </p:nvPr>
        </p:nvSpPr>
        <p:spPr>
          <a:xfrm>
            <a:off x="609600" y="6338703"/>
            <a:ext cx="2070484" cy="365125"/>
          </a:xfrm>
          <a:prstGeom prst="rect">
            <a:avLst/>
          </a:prstGeom>
        </p:spPr>
        <p:txBody>
          <a:bodyPr>
            <a:noAutofit/>
          </a:bodyPr>
          <a:lstStyle/>
          <a:p>
            <a:r>
              <a:rPr lang="en-US"/>
              <a:t>Sample Footer Text</a:t>
            </a:r>
          </a:p>
        </p:txBody>
      </p:sp>
      <p:sp>
        <p:nvSpPr>
          <p:cNvPr id="20" name="Date Placeholder 6">
            <a:extLst>
              <a:ext uri="{FF2B5EF4-FFF2-40B4-BE49-F238E27FC236}">
                <a16:creationId xmlns:a16="http://schemas.microsoft.com/office/drawing/2014/main" id="{0286A2F7-FABC-71C8-AB4B-75C59CDB94A3}"/>
              </a:ext>
            </a:extLst>
          </p:cNvPr>
          <p:cNvSpPr>
            <a:spLocks noGrp="1"/>
          </p:cNvSpPr>
          <p:nvPr>
            <p:ph type="dt" sz="half" idx="14"/>
          </p:nvPr>
        </p:nvSpPr>
        <p:spPr>
          <a:xfrm>
            <a:off x="3644163" y="6338703"/>
            <a:ext cx="1392578" cy="365125"/>
          </a:xfrm>
          <a:prstGeom prst="rect">
            <a:avLst/>
          </a:prstGeom>
        </p:spPr>
        <p:txBody>
          <a:bodyPr>
            <a:noAutofit/>
          </a:bodyPr>
          <a:lstStyle/>
          <a:p>
            <a:r>
              <a:rPr lang="en-US"/>
              <a:t>20xx</a:t>
            </a:r>
          </a:p>
        </p:txBody>
      </p:sp>
      <p:sp>
        <p:nvSpPr>
          <p:cNvPr id="23" name="Slide Number Placeholder 8">
            <a:extLst>
              <a:ext uri="{FF2B5EF4-FFF2-40B4-BE49-F238E27FC236}">
                <a16:creationId xmlns:a16="http://schemas.microsoft.com/office/drawing/2014/main" id="{C7D89BBA-1AAB-50AB-2746-4785C0852466}"/>
              </a:ext>
            </a:extLst>
          </p:cNvPr>
          <p:cNvSpPr>
            <a:spLocks noGrp="1"/>
          </p:cNvSpPr>
          <p:nvPr>
            <p:ph type="sldNum" sz="quarter" idx="16"/>
          </p:nvPr>
        </p:nvSpPr>
        <p:spPr>
          <a:xfrm>
            <a:off x="5036741" y="6342301"/>
            <a:ext cx="429207" cy="365125"/>
          </a:xfrm>
          <a:prstGeom prst="rect">
            <a:avLst/>
          </a:prstGeom>
        </p:spPr>
        <p:txBody>
          <a:bodyPr>
            <a:noAutofit/>
          </a:bodyPr>
          <a:lstStyle/>
          <a:p>
            <a:fld id="{AEAA3239-9EA4-4A65-A281-97F994456D9F}" type="slidenum">
              <a:rPr lang="en-US" smtClean="0"/>
              <a:t>‹#›</a:t>
            </a:fld>
            <a:endParaRPr lang="en-US"/>
          </a:p>
        </p:txBody>
      </p:sp>
      <p:sp>
        <p:nvSpPr>
          <p:cNvPr id="25" name="Picture Placeholder 24">
            <a:extLst>
              <a:ext uri="{FF2B5EF4-FFF2-40B4-BE49-F238E27FC236}">
                <a16:creationId xmlns:a16="http://schemas.microsoft.com/office/drawing/2014/main" id="{C24EDDD8-4D74-1A47-643C-D82EABD1F2E1}"/>
              </a:ext>
            </a:extLst>
          </p:cNvPr>
          <p:cNvSpPr>
            <a:spLocks noGrp="1"/>
          </p:cNvSpPr>
          <p:nvPr>
            <p:ph type="pic" sz="quarter" idx="17" hasCustomPrompt="1"/>
          </p:nvPr>
        </p:nvSpPr>
        <p:spPr>
          <a:xfrm>
            <a:off x="6366168" y="233172"/>
            <a:ext cx="5550408" cy="6391656"/>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8397197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548936A6-5AD1-3BAA-0E1C-26F101C0CE57}"/>
              </a:ext>
            </a:extLst>
          </p:cNvPr>
          <p:cNvGrpSpPr/>
          <p:nvPr/>
        </p:nvGrpSpPr>
        <p:grpSpPr>
          <a:xfrm flipH="1">
            <a:off x="8353425" y="531607"/>
            <a:ext cx="3838575" cy="6520778"/>
            <a:chOff x="192855" y="531607"/>
            <a:chExt cx="3838575" cy="6520778"/>
          </a:xfrm>
        </p:grpSpPr>
        <p:grpSp>
          <p:nvGrpSpPr>
            <p:cNvPr id="7" name="Group 6">
              <a:extLst>
                <a:ext uri="{FF2B5EF4-FFF2-40B4-BE49-F238E27FC236}">
                  <a16:creationId xmlns:a16="http://schemas.microsoft.com/office/drawing/2014/main" id="{AE3A6E3B-83BB-9A86-3792-EE398831126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1" name="Freeform 64">
                <a:extLst>
                  <a:ext uri="{FF2B5EF4-FFF2-40B4-BE49-F238E27FC236}">
                    <a16:creationId xmlns:a16="http://schemas.microsoft.com/office/drawing/2014/main" id="{974A589A-E9FD-5B47-24E6-9BBF097848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2" name="Freeform 81">
                <a:extLst>
                  <a:ext uri="{FF2B5EF4-FFF2-40B4-BE49-F238E27FC236}">
                    <a16:creationId xmlns:a16="http://schemas.microsoft.com/office/drawing/2014/main" id="{CD25188F-AFA7-9958-58C3-5D5C4D93F1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61">
                <a:extLst>
                  <a:ext uri="{FF2B5EF4-FFF2-40B4-BE49-F238E27FC236}">
                    <a16:creationId xmlns:a16="http://schemas.microsoft.com/office/drawing/2014/main" id="{C0A6B43C-99E8-59DC-14CF-A2CB6D968A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33">
                <a:extLst>
                  <a:ext uri="{FF2B5EF4-FFF2-40B4-BE49-F238E27FC236}">
                    <a16:creationId xmlns:a16="http://schemas.microsoft.com/office/drawing/2014/main" id="{043F61E2-B983-1873-3BD6-12FE80D8D0A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84">
                <a:extLst>
                  <a:ext uri="{FF2B5EF4-FFF2-40B4-BE49-F238E27FC236}">
                    <a16:creationId xmlns:a16="http://schemas.microsoft.com/office/drawing/2014/main" id="{AB510376-B3F7-1709-3EEC-61F10B96F08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7">
                <a:extLst>
                  <a:ext uri="{FF2B5EF4-FFF2-40B4-BE49-F238E27FC236}">
                    <a16:creationId xmlns:a16="http://schemas.microsoft.com/office/drawing/2014/main" id="{03C9E100-1903-DC94-F8B6-170F94C0045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60">
                <a:extLst>
                  <a:ext uri="{FF2B5EF4-FFF2-40B4-BE49-F238E27FC236}">
                    <a16:creationId xmlns:a16="http://schemas.microsoft.com/office/drawing/2014/main" id="{4FE5C4D6-B1C4-491E-FB04-BA2C91FC77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59">
                <a:extLst>
                  <a:ext uri="{FF2B5EF4-FFF2-40B4-BE49-F238E27FC236}">
                    <a16:creationId xmlns:a16="http://schemas.microsoft.com/office/drawing/2014/main" id="{40EADD1D-D5C1-863A-4D81-803E7CF10E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62">
                <a:extLst>
                  <a:ext uri="{FF2B5EF4-FFF2-40B4-BE49-F238E27FC236}">
                    <a16:creationId xmlns:a16="http://schemas.microsoft.com/office/drawing/2014/main" id="{43EC2631-7DF3-3965-621D-9DAC97A273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5">
                <a:extLst>
                  <a:ext uri="{FF2B5EF4-FFF2-40B4-BE49-F238E27FC236}">
                    <a16:creationId xmlns:a16="http://schemas.microsoft.com/office/drawing/2014/main" id="{7E73645E-6884-1473-72C1-BEA214C54EB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79">
                <a:extLst>
                  <a:ext uri="{FF2B5EF4-FFF2-40B4-BE49-F238E27FC236}">
                    <a16:creationId xmlns:a16="http://schemas.microsoft.com/office/drawing/2014/main" id="{4DF9F96A-CD0D-6405-8DCC-34A8C55182F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82">
                <a:extLst>
                  <a:ext uri="{FF2B5EF4-FFF2-40B4-BE49-F238E27FC236}">
                    <a16:creationId xmlns:a16="http://schemas.microsoft.com/office/drawing/2014/main" id="{BFBBE1C9-059F-AD9A-9C52-B2C9319785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5">
                <a:extLst>
                  <a:ext uri="{FF2B5EF4-FFF2-40B4-BE49-F238E27FC236}">
                    <a16:creationId xmlns:a16="http://schemas.microsoft.com/office/drawing/2014/main" id="{08408D77-8187-7221-E7DF-B1DAD699CB8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43">
                <a:extLst>
                  <a:ext uri="{FF2B5EF4-FFF2-40B4-BE49-F238E27FC236}">
                    <a16:creationId xmlns:a16="http://schemas.microsoft.com/office/drawing/2014/main" id="{C7505077-4A1B-0050-E868-5D0EA8ABF6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5" name="Group 44">
                <a:extLst>
                  <a:ext uri="{FF2B5EF4-FFF2-40B4-BE49-F238E27FC236}">
                    <a16:creationId xmlns:a16="http://schemas.microsoft.com/office/drawing/2014/main" id="{F6EBF04F-A7A8-05C3-AE07-AB8CF92B029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6" name="Line 63">
                  <a:extLst>
                    <a:ext uri="{FF2B5EF4-FFF2-40B4-BE49-F238E27FC236}">
                      <a16:creationId xmlns:a16="http://schemas.microsoft.com/office/drawing/2014/main" id="{04662D0E-D73B-29DD-2017-B725B2C3541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7" name="Line 66">
                  <a:extLst>
                    <a:ext uri="{FF2B5EF4-FFF2-40B4-BE49-F238E27FC236}">
                      <a16:creationId xmlns:a16="http://schemas.microsoft.com/office/drawing/2014/main" id="{93E498CF-9CEA-0339-3766-29893319170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7">
                  <a:extLst>
                    <a:ext uri="{FF2B5EF4-FFF2-40B4-BE49-F238E27FC236}">
                      <a16:creationId xmlns:a16="http://schemas.microsoft.com/office/drawing/2014/main" id="{B59B2836-F2EE-CE96-0A97-0B77CAF2951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80">
                  <a:extLst>
                    <a:ext uri="{FF2B5EF4-FFF2-40B4-BE49-F238E27FC236}">
                      <a16:creationId xmlns:a16="http://schemas.microsoft.com/office/drawing/2014/main" id="{46301D95-FA8B-1D4C-899E-399A13DE47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3">
                  <a:extLst>
                    <a:ext uri="{FF2B5EF4-FFF2-40B4-BE49-F238E27FC236}">
                      <a16:creationId xmlns:a16="http://schemas.microsoft.com/office/drawing/2014/main" id="{5B6E8AD1-A6DF-CD2D-C361-79AF775B20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6">
                  <a:extLst>
                    <a:ext uri="{FF2B5EF4-FFF2-40B4-BE49-F238E27FC236}">
                      <a16:creationId xmlns:a16="http://schemas.microsoft.com/office/drawing/2014/main" id="{221B60C8-5B47-B528-C059-E8DDBB5391A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9">
                  <a:extLst>
                    <a:ext uri="{FF2B5EF4-FFF2-40B4-BE49-F238E27FC236}">
                      <a16:creationId xmlns:a16="http://schemas.microsoft.com/office/drawing/2014/main" id="{08013A5E-772E-36FE-53E3-833C77926C0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8" name="Group 7">
              <a:extLst>
                <a:ext uri="{FF2B5EF4-FFF2-40B4-BE49-F238E27FC236}">
                  <a16:creationId xmlns:a16="http://schemas.microsoft.com/office/drawing/2014/main" id="{A5B4FBBD-7B8B-D444-8216-55E9C910E68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9" name="Freeform 64">
                <a:extLst>
                  <a:ext uri="{FF2B5EF4-FFF2-40B4-BE49-F238E27FC236}">
                    <a16:creationId xmlns:a16="http://schemas.microsoft.com/office/drawing/2014/main" id="{5C19CD0E-5318-255F-E838-2ADC9380FD3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0" name="Freeform 81">
                <a:extLst>
                  <a:ext uri="{FF2B5EF4-FFF2-40B4-BE49-F238E27FC236}">
                    <a16:creationId xmlns:a16="http://schemas.microsoft.com/office/drawing/2014/main" id="{270D86CD-ADC7-3CC5-1FBD-3581CC49D12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1">
                <a:extLst>
                  <a:ext uri="{FF2B5EF4-FFF2-40B4-BE49-F238E27FC236}">
                    <a16:creationId xmlns:a16="http://schemas.microsoft.com/office/drawing/2014/main" id="{7FF30766-FBEB-0720-1665-012ECAF190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78">
                <a:extLst>
                  <a:ext uri="{FF2B5EF4-FFF2-40B4-BE49-F238E27FC236}">
                    <a16:creationId xmlns:a16="http://schemas.microsoft.com/office/drawing/2014/main" id="{A0E40364-C8A5-C36C-BA2D-427A86E0649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84">
                <a:extLst>
                  <a:ext uri="{FF2B5EF4-FFF2-40B4-BE49-F238E27FC236}">
                    <a16:creationId xmlns:a16="http://schemas.microsoft.com/office/drawing/2014/main" id="{18CF6CE1-5AA4-B571-95AE-F36725808D7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7">
                <a:extLst>
                  <a:ext uri="{FF2B5EF4-FFF2-40B4-BE49-F238E27FC236}">
                    <a16:creationId xmlns:a16="http://schemas.microsoft.com/office/drawing/2014/main" id="{6ADB8D01-0B04-0026-0E2B-F0DB0BB062F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0">
                <a:extLst>
                  <a:ext uri="{FF2B5EF4-FFF2-40B4-BE49-F238E27FC236}">
                    <a16:creationId xmlns:a16="http://schemas.microsoft.com/office/drawing/2014/main" id="{699C5BAF-6BFD-5547-ACED-D1DACA7CC36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59">
                <a:extLst>
                  <a:ext uri="{FF2B5EF4-FFF2-40B4-BE49-F238E27FC236}">
                    <a16:creationId xmlns:a16="http://schemas.microsoft.com/office/drawing/2014/main" id="{92EE2308-8641-C007-7BEB-6E3B086D0BE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2">
                <a:extLst>
                  <a:ext uri="{FF2B5EF4-FFF2-40B4-BE49-F238E27FC236}">
                    <a16:creationId xmlns:a16="http://schemas.microsoft.com/office/drawing/2014/main" id="{EB8ADEA1-C675-2640-A7E3-D47A671E7DA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5">
                <a:extLst>
                  <a:ext uri="{FF2B5EF4-FFF2-40B4-BE49-F238E27FC236}">
                    <a16:creationId xmlns:a16="http://schemas.microsoft.com/office/drawing/2014/main" id="{56D50B45-8863-46D4-967C-2E7F51A89E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79">
                <a:extLst>
                  <a:ext uri="{FF2B5EF4-FFF2-40B4-BE49-F238E27FC236}">
                    <a16:creationId xmlns:a16="http://schemas.microsoft.com/office/drawing/2014/main" id="{A7B565FE-73FF-92CC-53B0-13D70A5F956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82">
                <a:extLst>
                  <a:ext uri="{FF2B5EF4-FFF2-40B4-BE49-F238E27FC236}">
                    <a16:creationId xmlns:a16="http://schemas.microsoft.com/office/drawing/2014/main" id="{93D9959E-4E2D-E1F6-A98C-0E11FB51669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5">
                <a:extLst>
                  <a:ext uri="{FF2B5EF4-FFF2-40B4-BE49-F238E27FC236}">
                    <a16:creationId xmlns:a16="http://schemas.microsoft.com/office/drawing/2014/main" id="{D89311D4-A295-E007-51D1-5D57C3FACD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8">
                <a:extLst>
                  <a:ext uri="{FF2B5EF4-FFF2-40B4-BE49-F238E27FC236}">
                    <a16:creationId xmlns:a16="http://schemas.microsoft.com/office/drawing/2014/main" id="{384CB8B6-A246-A443-723D-86C656609C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3" name="Group 22">
                <a:extLst>
                  <a:ext uri="{FF2B5EF4-FFF2-40B4-BE49-F238E27FC236}">
                    <a16:creationId xmlns:a16="http://schemas.microsoft.com/office/drawing/2014/main" id="{8B2DDAA7-EA13-A30E-5632-7A7A2EEDD84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4" name="Line 63">
                  <a:extLst>
                    <a:ext uri="{FF2B5EF4-FFF2-40B4-BE49-F238E27FC236}">
                      <a16:creationId xmlns:a16="http://schemas.microsoft.com/office/drawing/2014/main" id="{C1637B0E-F8C5-940A-9DEF-1D8E4BD1EFB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5" name="Line 66">
                  <a:extLst>
                    <a:ext uri="{FF2B5EF4-FFF2-40B4-BE49-F238E27FC236}">
                      <a16:creationId xmlns:a16="http://schemas.microsoft.com/office/drawing/2014/main" id="{EE946A0E-C9CC-B6A2-3A75-362C8CF50B2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7">
                  <a:extLst>
                    <a:ext uri="{FF2B5EF4-FFF2-40B4-BE49-F238E27FC236}">
                      <a16:creationId xmlns:a16="http://schemas.microsoft.com/office/drawing/2014/main" id="{69EE650D-82F1-A908-AD16-4ED9299A21D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80">
                  <a:extLst>
                    <a:ext uri="{FF2B5EF4-FFF2-40B4-BE49-F238E27FC236}">
                      <a16:creationId xmlns:a16="http://schemas.microsoft.com/office/drawing/2014/main" id="{DDB75CCD-597F-89A3-06CB-D68894D0340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3">
                  <a:extLst>
                    <a:ext uri="{FF2B5EF4-FFF2-40B4-BE49-F238E27FC236}">
                      <a16:creationId xmlns:a16="http://schemas.microsoft.com/office/drawing/2014/main" id="{F1663D89-9FCF-65CF-36A9-E4E7E7D90CF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6">
                  <a:extLst>
                    <a:ext uri="{FF2B5EF4-FFF2-40B4-BE49-F238E27FC236}">
                      <a16:creationId xmlns:a16="http://schemas.microsoft.com/office/drawing/2014/main" id="{BA4065E7-A596-4F4D-8EFC-C7237207FF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9">
                  <a:extLst>
                    <a:ext uri="{FF2B5EF4-FFF2-40B4-BE49-F238E27FC236}">
                      <a16:creationId xmlns:a16="http://schemas.microsoft.com/office/drawing/2014/main" id="{66A5DBF4-31E6-D9E7-9ACF-6E9E07FF223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612648" y="1417671"/>
            <a:ext cx="7909560" cy="4754529"/>
          </a:xfrm>
          <a:prstGeom prst="rect">
            <a:avLst/>
          </a:prstGeom>
        </p:spPr>
        <p:txBody>
          <a:bodyPr vert="horz" lIns="91440" tIns="45720" rIns="91440" bIns="45720" rtlCol="0" anchor="b">
            <a:noAutofit/>
          </a:bodyPr>
          <a:lstStyle>
            <a:lvl1pPr>
              <a:defRPr lang="en-US" sz="7000" dirty="0">
                <a:solidFill>
                  <a:schemeClr val="bg1">
                    <a:lumMod val="75000"/>
                    <a:lumOff val="25000"/>
                  </a:schemeClr>
                </a:solidFill>
              </a:defRPr>
            </a:lvl1pPr>
          </a:lstStyle>
          <a:p>
            <a:pPr lvl="0"/>
            <a:r>
              <a:rPr lang="en-US"/>
              <a:t>Section Header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22407559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10C08E8F-21C4-BDA0-1FEA-E51B8E9CB351}"/>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65EDA3F-843D-ADBB-966A-DB1A2A5166C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61B5AC1E-4E60-E55C-F99A-C82C820F57E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95710207-8E92-8065-A970-1DD14538E18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42F4499F-CCFF-BE52-2AE4-5B68AED9B3B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A8FAE142-A102-E457-095D-59B239E49869}"/>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FE818EA7-840E-B523-CA43-BE90E3B5615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DBDA4452-94B1-8350-4FDB-EFB58824F80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B2F4B6F-70DB-7396-B99F-C4E444D9B46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BDDCFCA-0EF1-29B9-00F4-A588AF40008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AC0DFEA6-DB81-94B0-E975-1C49757EA9E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AF59F6E7-21D4-8707-43CA-087E19578E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4A38BAEA-44BA-7155-9C72-9138317A1FE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BAF2DD0-AD60-8573-53DB-993D86BAA5B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20062C7-8B68-E834-D399-30EEC999AAA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103C961E-7827-DB34-96BE-56C18B33C84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3831D031-9B96-5A75-6664-93344812D8D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84126BE9-9F7A-9AF0-5260-97751552988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8906F989-CBC1-B62D-2528-65CA7B1A5CE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1466E447-0F70-081B-1290-B8EE7C029D3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3D0125F-AA06-77AC-1A70-35B4C3D151E4}"/>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9FB536AB-CC9D-EF43-764A-BDA6D35363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27BCD93A-F6D3-B4BB-B4BD-3FB7B22982B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5914B0F9-E206-61B3-B94D-29E2B9E950B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BE2287FA-B742-96AC-20EE-A120A175A7E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ABD4CB87-7C84-CA5E-440C-0DBE2440314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CCB2077E-0279-E8FA-B509-2228C725C14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B0BEA08B-F521-4923-A6BD-8D20C508093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2EAC3EE0-4EEF-A6CF-D309-75B294E64D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7F448550-8EAB-AA60-AB70-359190C846A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7E2CFC90-E41C-9543-B005-9373338400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38" name="Straight Connector 37">
            <a:extLst>
              <a:ext uri="{FF2B5EF4-FFF2-40B4-BE49-F238E27FC236}">
                <a16:creationId xmlns:a16="http://schemas.microsoft.com/office/drawing/2014/main" id="{7B9571A4-6852-2595-903A-1B4CA40FC353}"/>
              </a:ext>
            </a:extLst>
          </p:cNvPr>
          <p:cNvCxnSpPr>
            <a:cxnSpLocks/>
          </p:cNvCxnSpPr>
          <p:nvPr userDrawn="1"/>
        </p:nvCxnSpPr>
        <p:spPr>
          <a:xfrm>
            <a:off x="714375"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09600" y="685800"/>
            <a:ext cx="8229600" cy="1532787"/>
          </a:xfrm>
          <a:prstGeom prst="rect">
            <a:avLst/>
          </a:prstGeom>
        </p:spPr>
        <p:txBody>
          <a:bodyPr anchor="b">
            <a:noAutofit/>
          </a:bodyPr>
          <a:lstStyle>
            <a:lvl1pPr>
              <a:defRPr sz="4000"/>
            </a:lvl1pPr>
          </a:lstStyle>
          <a:p>
            <a:r>
              <a:rPr lang="en-US"/>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771255"/>
            <a:ext cx="8226553"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409993"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171680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with Pictur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40CC6F6-0F36-4E6D-DC3B-944BDE9BB8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4575763"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1" name="Title 1">
            <a:extLst>
              <a:ext uri="{FF2B5EF4-FFF2-40B4-BE49-F238E27FC236}">
                <a16:creationId xmlns:a16="http://schemas.microsoft.com/office/drawing/2014/main" id="{B3337ACC-66A8-D3EE-ADA8-E5899EA2C03B}"/>
              </a:ext>
            </a:extLst>
          </p:cNvPr>
          <p:cNvSpPr>
            <a:spLocks noGrp="1"/>
          </p:cNvSpPr>
          <p:nvPr>
            <p:ph type="title" hasCustomPrompt="1"/>
          </p:nvPr>
        </p:nvSpPr>
        <p:spPr>
          <a:xfrm>
            <a:off x="5192037" y="685800"/>
            <a:ext cx="6384266" cy="1532787"/>
          </a:xfrm>
          <a:prstGeom prst="rect">
            <a:avLst/>
          </a:prstGeom>
        </p:spPr>
        <p:txBody>
          <a:bodyPr anchor="b">
            <a:noAutofit/>
          </a:bodyPr>
          <a:lstStyle>
            <a:lvl1pPr>
              <a:defRPr sz="4000"/>
            </a:lvl1pPr>
          </a:lstStyle>
          <a:p>
            <a:r>
              <a:rPr lang="en-US"/>
              <a:t>Agenda</a:t>
            </a:r>
          </a:p>
        </p:txBody>
      </p:sp>
      <p:sp>
        <p:nvSpPr>
          <p:cNvPr id="14" name="Picture Placeholder 24">
            <a:extLst>
              <a:ext uri="{FF2B5EF4-FFF2-40B4-BE49-F238E27FC236}">
                <a16:creationId xmlns:a16="http://schemas.microsoft.com/office/drawing/2014/main" id="{15B18755-94AA-6BC3-BF5F-5FBE9DCD3CC9}"/>
              </a:ext>
            </a:extLst>
          </p:cNvPr>
          <p:cNvSpPr>
            <a:spLocks noGrp="1"/>
          </p:cNvSpPr>
          <p:nvPr>
            <p:ph type="pic" sz="quarter" idx="17" hasCustomPrompt="1"/>
          </p:nvPr>
        </p:nvSpPr>
        <p:spPr>
          <a:xfrm>
            <a:off x="276201" y="233172"/>
            <a:ext cx="4023360" cy="6391656"/>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D8828F05-5102-DECF-D23D-45D10DF04ED1}"/>
              </a:ext>
            </a:extLst>
          </p:cNvPr>
          <p:cNvCxnSpPr>
            <a:cxnSpLocks/>
          </p:cNvCxnSpPr>
          <p:nvPr userDrawn="1"/>
        </p:nvCxnSpPr>
        <p:spPr>
          <a:xfrm>
            <a:off x="5296812" y="249492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Content Placeholder 6">
            <a:extLst>
              <a:ext uri="{FF2B5EF4-FFF2-40B4-BE49-F238E27FC236}">
                <a16:creationId xmlns:a16="http://schemas.microsoft.com/office/drawing/2014/main" id="{9B592AC5-89CD-4A5B-6EC1-2622ED92A8B3}"/>
              </a:ext>
            </a:extLst>
          </p:cNvPr>
          <p:cNvSpPr>
            <a:spLocks noGrp="1"/>
          </p:cNvSpPr>
          <p:nvPr>
            <p:ph sz="quarter" idx="15"/>
          </p:nvPr>
        </p:nvSpPr>
        <p:spPr>
          <a:xfrm>
            <a:off x="5195084" y="2771255"/>
            <a:ext cx="6384266" cy="3252513"/>
          </a:xfrm>
        </p:spPr>
        <p:txBody>
          <a:bodyPr>
            <a:noAutofit/>
          </a:bodyPr>
          <a:lstStyle>
            <a:lvl1pPr marL="342900" indent="-342900">
              <a:lnSpc>
                <a:spcPct val="130000"/>
              </a:lnSpc>
              <a:buFont typeface="+mj-lt"/>
              <a:buAutoNum type="arabicPeriod"/>
              <a:defRPr sz="1800" cap="all" baseline="0"/>
            </a:lvl1pPr>
            <a:lvl2pPr marL="571500" indent="-342900">
              <a:buFont typeface="+mj-lt"/>
              <a:buAutoNum type="alphaLcPeriod"/>
              <a:defRPr sz="1800" cap="all"/>
            </a:lvl2pPr>
            <a:lvl3pPr marL="800100" indent="-342900">
              <a:buFont typeface="+mj-lt"/>
              <a:buAutoNum type="romanLcPeriod"/>
              <a:defRPr sz="1800" cap="all"/>
            </a:lvl3pPr>
            <a:lvl4pPr marL="1028700" indent="-342900">
              <a:buFont typeface="+mj-lt"/>
              <a:buAutoNum type="arabicParenR"/>
              <a:defRPr sz="1800" cap="all"/>
            </a:lvl4pPr>
            <a:lvl5pPr marL="1257300" indent="-342900">
              <a:buFont typeface="+mj-lt"/>
              <a:buAutoNum type="alphaLcParenR"/>
              <a:defRPr sz="1800" cap="all"/>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192038" y="6343955"/>
            <a:ext cx="2985400"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a:prstGeom prst="rect">
            <a:avLst/>
          </a:prstGeom>
        </p:spPr>
        <p:txBody>
          <a:bodyPr>
            <a:noAutofit/>
          </a:bodyPr>
          <a:lstStyle/>
          <a:p>
            <a:r>
              <a:rPr lang="en-US"/>
              <a:t>20xx</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763036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grpSp>
        <p:nvGrpSpPr>
          <p:cNvPr id="65" name="Group 64">
            <a:extLst>
              <a:ext uri="{FF2B5EF4-FFF2-40B4-BE49-F238E27FC236}">
                <a16:creationId xmlns:a16="http://schemas.microsoft.com/office/drawing/2014/main" id="{218FBE0F-9B63-6A71-94B1-0F594CAF611D}"/>
              </a:ext>
            </a:extLst>
          </p:cNvPr>
          <p:cNvGrpSpPr/>
          <p:nvPr/>
        </p:nvGrpSpPr>
        <p:grpSpPr>
          <a:xfrm rot="2700000">
            <a:off x="10522137" y="4483036"/>
            <a:ext cx="633413" cy="1862138"/>
            <a:chOff x="5959192" y="333389"/>
            <a:chExt cx="633413" cy="1862138"/>
          </a:xfrm>
        </p:grpSpPr>
        <p:grpSp>
          <p:nvGrpSpPr>
            <p:cNvPr id="66" name="Group 65">
              <a:extLst>
                <a:ext uri="{FF2B5EF4-FFF2-40B4-BE49-F238E27FC236}">
                  <a16:creationId xmlns:a16="http://schemas.microsoft.com/office/drawing/2014/main" id="{15FF1AEF-EA93-71FD-09DD-2D65CBDC09D9}"/>
                </a:ext>
              </a:extLst>
            </p:cNvPr>
            <p:cNvGrpSpPr/>
            <p:nvPr/>
          </p:nvGrpSpPr>
          <p:grpSpPr>
            <a:xfrm>
              <a:off x="5959192" y="333389"/>
              <a:ext cx="633413" cy="1419225"/>
              <a:chOff x="5959192" y="333389"/>
              <a:chExt cx="633413" cy="1419225"/>
            </a:xfrm>
          </p:grpSpPr>
          <p:sp>
            <p:nvSpPr>
              <p:cNvPr id="68" name="Freeform 68">
                <a:extLst>
                  <a:ext uri="{FF2B5EF4-FFF2-40B4-BE49-F238E27FC236}">
                    <a16:creationId xmlns:a16="http://schemas.microsoft.com/office/drawing/2014/main" id="{CE3B7C33-3CEA-C7DC-6D9B-1B19D283EAB7}"/>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69" name="Freeform 69">
                <a:extLst>
                  <a:ext uri="{FF2B5EF4-FFF2-40B4-BE49-F238E27FC236}">
                    <a16:creationId xmlns:a16="http://schemas.microsoft.com/office/drawing/2014/main" id="{44E07912-E7DB-41E1-BBB5-E914477D273F}"/>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67" name="Line 70">
              <a:extLst>
                <a:ext uri="{FF2B5EF4-FFF2-40B4-BE49-F238E27FC236}">
                  <a16:creationId xmlns:a16="http://schemas.microsoft.com/office/drawing/2014/main" id="{0679C784-04BA-6538-188E-E570BFAA79A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0" name="Group 69">
            <a:extLst>
              <a:ext uri="{FF2B5EF4-FFF2-40B4-BE49-F238E27FC236}">
                <a16:creationId xmlns:a16="http://schemas.microsoft.com/office/drawing/2014/main" id="{C4EE5BC5-2282-EF22-2D27-9605690AD2F9}"/>
              </a:ext>
            </a:extLst>
          </p:cNvPr>
          <p:cNvGrpSpPr/>
          <p:nvPr/>
        </p:nvGrpSpPr>
        <p:grpSpPr>
          <a:xfrm>
            <a:off x="1079500" y="649304"/>
            <a:ext cx="698051" cy="1372591"/>
            <a:chOff x="1079500" y="649304"/>
            <a:chExt cx="698051" cy="1372591"/>
          </a:xfrm>
        </p:grpSpPr>
        <p:sp>
          <p:nvSpPr>
            <p:cNvPr id="71" name="Oval 70">
              <a:extLst>
                <a:ext uri="{FF2B5EF4-FFF2-40B4-BE49-F238E27FC236}">
                  <a16:creationId xmlns:a16="http://schemas.microsoft.com/office/drawing/2014/main" id="{728D3B3C-3AE0-8ED5-280F-D333F02F1258}"/>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72" name="Group 71">
              <a:extLst>
                <a:ext uri="{FF2B5EF4-FFF2-40B4-BE49-F238E27FC236}">
                  <a16:creationId xmlns:a16="http://schemas.microsoft.com/office/drawing/2014/main" id="{FEF8264A-5687-D010-2ECD-9D58025DB73F}"/>
                </a:ext>
              </a:extLst>
            </p:cNvPr>
            <p:cNvGrpSpPr/>
            <p:nvPr/>
          </p:nvGrpSpPr>
          <p:grpSpPr>
            <a:xfrm rot="10800000">
              <a:off x="1079500" y="952167"/>
              <a:ext cx="641184" cy="1069728"/>
              <a:chOff x="6484111" y="2967038"/>
              <a:chExt cx="641184" cy="1069728"/>
            </a:xfrm>
          </p:grpSpPr>
          <p:grpSp>
            <p:nvGrpSpPr>
              <p:cNvPr id="73" name="Group 72">
                <a:extLst>
                  <a:ext uri="{FF2B5EF4-FFF2-40B4-BE49-F238E27FC236}">
                    <a16:creationId xmlns:a16="http://schemas.microsoft.com/office/drawing/2014/main" id="{60A8F3A8-A2DC-5ADC-4FD9-393659D891DE}"/>
                  </a:ext>
                </a:extLst>
              </p:cNvPr>
              <p:cNvGrpSpPr/>
              <p:nvPr/>
            </p:nvGrpSpPr>
            <p:grpSpPr>
              <a:xfrm>
                <a:off x="6808136" y="2967038"/>
                <a:ext cx="317159" cy="932400"/>
                <a:chOff x="6808136" y="2967038"/>
                <a:chExt cx="317159" cy="932400"/>
              </a:xfrm>
            </p:grpSpPr>
            <p:sp>
              <p:nvSpPr>
                <p:cNvPr id="78" name="Freeform 68">
                  <a:extLst>
                    <a:ext uri="{FF2B5EF4-FFF2-40B4-BE49-F238E27FC236}">
                      <a16:creationId xmlns:a16="http://schemas.microsoft.com/office/drawing/2014/main" id="{0B7D5584-0C9B-A0CD-A775-8C759CBAC82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9" name="Freeform 69">
                  <a:extLst>
                    <a:ext uri="{FF2B5EF4-FFF2-40B4-BE49-F238E27FC236}">
                      <a16:creationId xmlns:a16="http://schemas.microsoft.com/office/drawing/2014/main" id="{5FAFBF8A-D6D3-F82D-B4E1-5D0E1DE8220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80" name="Line 70">
                  <a:extLst>
                    <a:ext uri="{FF2B5EF4-FFF2-40B4-BE49-F238E27FC236}">
                      <a16:creationId xmlns:a16="http://schemas.microsoft.com/office/drawing/2014/main" id="{6D9602E0-52EF-81E6-73A3-E6F3B2521F9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74" name="Group 73">
                <a:extLst>
                  <a:ext uri="{FF2B5EF4-FFF2-40B4-BE49-F238E27FC236}">
                    <a16:creationId xmlns:a16="http://schemas.microsoft.com/office/drawing/2014/main" id="{B72D4C62-7F4E-3C19-F030-759BBCC73ADD}"/>
                  </a:ext>
                </a:extLst>
              </p:cNvPr>
              <p:cNvGrpSpPr/>
              <p:nvPr/>
            </p:nvGrpSpPr>
            <p:grpSpPr>
              <a:xfrm rot="18900000" flipH="1">
                <a:off x="6484111" y="3104366"/>
                <a:ext cx="317159" cy="932400"/>
                <a:chOff x="6808136" y="2967038"/>
                <a:chExt cx="317159" cy="932400"/>
              </a:xfrm>
            </p:grpSpPr>
            <p:sp>
              <p:nvSpPr>
                <p:cNvPr id="75" name="Freeform 68">
                  <a:extLst>
                    <a:ext uri="{FF2B5EF4-FFF2-40B4-BE49-F238E27FC236}">
                      <a16:creationId xmlns:a16="http://schemas.microsoft.com/office/drawing/2014/main" id="{9B64F73D-DDBE-F99D-B5A4-E2031361D67E}"/>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69">
                  <a:extLst>
                    <a:ext uri="{FF2B5EF4-FFF2-40B4-BE49-F238E27FC236}">
                      <a16:creationId xmlns:a16="http://schemas.microsoft.com/office/drawing/2014/main" id="{BB633787-0233-D377-F0AF-3F313A1835D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77" name="Line 70">
                  <a:extLst>
                    <a:ext uri="{FF2B5EF4-FFF2-40B4-BE49-F238E27FC236}">
                      <a16:creationId xmlns:a16="http://schemas.microsoft.com/office/drawing/2014/main" id="{E218811C-28A2-31DD-C23E-EF36A5D3510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cxnSp>
        <p:nvCxnSpPr>
          <p:cNvPr id="61" name="Straight Connector 60">
            <a:extLst>
              <a:ext uri="{FF2B5EF4-FFF2-40B4-BE49-F238E27FC236}">
                <a16:creationId xmlns:a16="http://schemas.microsoft.com/office/drawing/2014/main" id="{46345B66-BEAE-193A-4397-C22AA5BF93EB}"/>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354469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6FA74A03-875B-FA64-4AF9-93EBDBB38452}"/>
              </a:ext>
            </a:extLst>
          </p:cNvPr>
          <p:cNvSpPr>
            <a:spLocks noGrp="1"/>
          </p:cNvSpPr>
          <p:nvPr>
            <p:ph type="title"/>
          </p:nvPr>
        </p:nvSpPr>
        <p:spPr>
          <a:xfrm>
            <a:off x="3757422" y="1747177"/>
            <a:ext cx="4677156" cy="1495065"/>
          </a:xfrm>
          <a:prstGeom prst="rect">
            <a:avLst/>
          </a:prstGeom>
        </p:spPr>
        <p:txBody>
          <a:bodyPr anchor="b">
            <a:noAutofit/>
          </a:bodyPr>
          <a:lstStyle>
            <a:lvl1pPr algn="ctr">
              <a:defRPr sz="3200">
                <a:solidFill>
                  <a:schemeClr val="tx1">
                    <a:lumMod val="75000"/>
                    <a:lumOff val="25000"/>
                  </a:schemeClr>
                </a:solidFill>
              </a:defRPr>
            </a:lvl1pPr>
          </a:lstStyle>
          <a:p>
            <a:r>
              <a:rPr lang="en-US"/>
              <a:t>Click to edit Master title style</a:t>
            </a:r>
          </a:p>
        </p:txBody>
      </p:sp>
      <p:sp>
        <p:nvSpPr>
          <p:cNvPr id="59" name="Content Placeholder 7">
            <a:extLst>
              <a:ext uri="{FF2B5EF4-FFF2-40B4-BE49-F238E27FC236}">
                <a16:creationId xmlns:a16="http://schemas.microsoft.com/office/drawing/2014/main" id="{A53C4390-318D-97F3-BC85-79B2C11CBDDC}"/>
              </a:ext>
            </a:extLst>
          </p:cNvPr>
          <p:cNvSpPr>
            <a:spLocks noGrp="1"/>
          </p:cNvSpPr>
          <p:nvPr>
            <p:ph sz="quarter" idx="14"/>
          </p:nvPr>
        </p:nvSpPr>
        <p:spPr>
          <a:xfrm>
            <a:off x="3757422" y="3847150"/>
            <a:ext cx="4677156" cy="2014819"/>
          </a:xfrm>
        </p:spPr>
        <p:txBody>
          <a:bodyPr anchor="t" anchorCtr="0">
            <a:noAutofit/>
          </a:bodyPr>
          <a:lstStyle>
            <a:lvl1pPr marL="0" indent="0" algn="ctr">
              <a:buNone/>
              <a:defRPr sz="1400"/>
            </a:lvl1pPr>
            <a:lvl2pPr marL="228600" indent="0" algn="ctr">
              <a:buNone/>
              <a:defRPr sz="1400"/>
            </a:lvl2pPr>
            <a:lvl3pPr marL="457200" indent="0" algn="ctr">
              <a:buNone/>
              <a:defRPr sz="1400"/>
            </a:lvl3pPr>
            <a:lvl4pPr marL="685800" indent="0" algn="ctr">
              <a:buNone/>
              <a:defRPr sz="1400"/>
            </a:lvl4pPr>
            <a:lvl5pPr marL="914400"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40877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7A6EA59-28D6-DA53-6F3E-EF38136F981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8" name="Group 7">
              <a:extLst>
                <a:ext uri="{FF2B5EF4-FFF2-40B4-BE49-F238E27FC236}">
                  <a16:creationId xmlns:a16="http://schemas.microsoft.com/office/drawing/2014/main" id="{32FCA871-839C-CEC7-2429-2FB727ED154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2" name="Straight Connector 11">
                <a:extLst>
                  <a:ext uri="{FF2B5EF4-FFF2-40B4-BE49-F238E27FC236}">
                    <a16:creationId xmlns:a16="http://schemas.microsoft.com/office/drawing/2014/main" id="{294CE533-E091-38A9-12CE-9D47E91484D7}"/>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4C87F8D-8670-D62F-6A3D-320EB05E7C65}"/>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4" name="Rectangle 30">
                <a:extLst>
                  <a:ext uri="{FF2B5EF4-FFF2-40B4-BE49-F238E27FC236}">
                    <a16:creationId xmlns:a16="http://schemas.microsoft.com/office/drawing/2014/main" id="{658C07E6-9AB5-F814-07D0-179C8EA4C1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30">
                <a:extLst>
                  <a:ext uri="{FF2B5EF4-FFF2-40B4-BE49-F238E27FC236}">
                    <a16:creationId xmlns:a16="http://schemas.microsoft.com/office/drawing/2014/main" id="{312A15F3-AD33-F4D5-DB86-AB66803005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FBDE8181-8F3F-D7BB-5383-9E342A3280E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 name="Freeform: Shape 141">
                <a:extLst>
                  <a:ext uri="{FF2B5EF4-FFF2-40B4-BE49-F238E27FC236}">
                    <a16:creationId xmlns:a16="http://schemas.microsoft.com/office/drawing/2014/main" id="{B248150E-6D66-9535-F0D8-EA9C79BC60A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1" name="Freeform: Shape 142">
                <a:extLst>
                  <a:ext uri="{FF2B5EF4-FFF2-40B4-BE49-F238E27FC236}">
                    <a16:creationId xmlns:a16="http://schemas.microsoft.com/office/drawing/2014/main" id="{4A3475E1-5BDA-CFB0-E1B9-6A85E4E03A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cxnSp>
        <p:nvCxnSpPr>
          <p:cNvPr id="17" name="Straight Connector 16">
            <a:extLst>
              <a:ext uri="{FF2B5EF4-FFF2-40B4-BE49-F238E27FC236}">
                <a16:creationId xmlns:a16="http://schemas.microsoft.com/office/drawing/2014/main" id="{56185C57-0CFE-3698-7D7A-034CA9A84ACC}"/>
              </a:ext>
            </a:extLst>
          </p:cNvPr>
          <p:cNvCxnSpPr>
            <a:cxnSpLocks/>
          </p:cNvCxnSpPr>
          <p:nvPr/>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6" name="Title 15">
            <a:extLst>
              <a:ext uri="{FF2B5EF4-FFF2-40B4-BE49-F238E27FC236}">
                <a16:creationId xmlns:a16="http://schemas.microsoft.com/office/drawing/2014/main" id="{4A3E2E5C-03FE-F488-47C1-088F8046CA14}"/>
              </a:ext>
            </a:extLst>
          </p:cNvPr>
          <p:cNvSpPr>
            <a:spLocks noGrp="1"/>
          </p:cNvSpPr>
          <p:nvPr>
            <p:ph type="title"/>
          </p:nvPr>
        </p:nvSpPr>
        <p:spPr>
          <a:xfrm>
            <a:off x="612649" y="2197571"/>
            <a:ext cx="3661890" cy="2483849"/>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815450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3" name="Frame">
            <a:extLst>
              <a:ext uri="{FF2B5EF4-FFF2-40B4-BE49-F238E27FC236}">
                <a16:creationId xmlns:a16="http://schemas.microsoft.com/office/drawing/2014/main" id="{0A3B5A60-DF42-D2CD-2CEF-35252D05CA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2666999" y="-2667001"/>
            <a:ext cx="6858003" cy="12192000"/>
          </a:xfrm>
          <a:custGeom>
            <a:avLst/>
            <a:gdLst>
              <a:gd name="connsiteX0" fmla="*/ 233174 w 6858003"/>
              <a:gd name="connsiteY0" fmla="*/ 11958827 h 12192000"/>
              <a:gd name="connsiteX1" fmla="*/ 6624830 w 6858003"/>
              <a:gd name="connsiteY1" fmla="*/ 11958827 h 12192000"/>
              <a:gd name="connsiteX2" fmla="*/ 6624830 w 6858003"/>
              <a:gd name="connsiteY2" fmla="*/ 233172 h 12192000"/>
              <a:gd name="connsiteX3" fmla="*/ 233174 w 6858003"/>
              <a:gd name="connsiteY3" fmla="*/ 233172 h 12192000"/>
              <a:gd name="connsiteX4" fmla="*/ 0 w 6858003"/>
              <a:gd name="connsiteY4" fmla="*/ 12191999 h 12192000"/>
              <a:gd name="connsiteX5" fmla="*/ 0 w 6858003"/>
              <a:gd name="connsiteY5" fmla="*/ 11958827 h 12192000"/>
              <a:gd name="connsiteX6" fmla="*/ 2 w 6858003"/>
              <a:gd name="connsiteY6" fmla="*/ 11958827 h 12192000"/>
              <a:gd name="connsiteX7" fmla="*/ 2 w 6858003"/>
              <a:gd name="connsiteY7" fmla="*/ 233172 h 12192000"/>
              <a:gd name="connsiteX8" fmla="*/ 1 w 6858003"/>
              <a:gd name="connsiteY8" fmla="*/ 233172 h 12192000"/>
              <a:gd name="connsiteX9" fmla="*/ 1 w 6858003"/>
              <a:gd name="connsiteY9" fmla="*/ 0 h 12192000"/>
              <a:gd name="connsiteX10" fmla="*/ 2 w 6858003"/>
              <a:gd name="connsiteY10" fmla="*/ 0 h 12192000"/>
              <a:gd name="connsiteX11" fmla="*/ 233174 w 6858003"/>
              <a:gd name="connsiteY11" fmla="*/ 0 h 12192000"/>
              <a:gd name="connsiteX12" fmla="*/ 6624830 w 6858003"/>
              <a:gd name="connsiteY12" fmla="*/ 0 h 12192000"/>
              <a:gd name="connsiteX13" fmla="*/ 6858002 w 6858003"/>
              <a:gd name="connsiteY13" fmla="*/ 0 h 12192000"/>
              <a:gd name="connsiteX14" fmla="*/ 6858003 w 6858003"/>
              <a:gd name="connsiteY14" fmla="*/ 0 h 12192000"/>
              <a:gd name="connsiteX15" fmla="*/ 6858003 w 6858003"/>
              <a:gd name="connsiteY15" fmla="*/ 233172 h 12192000"/>
              <a:gd name="connsiteX16" fmla="*/ 6858002 w 6858003"/>
              <a:gd name="connsiteY16" fmla="*/ 233172 h 12192000"/>
              <a:gd name="connsiteX17" fmla="*/ 6858002 w 6858003"/>
              <a:gd name="connsiteY17" fmla="*/ 11958827 h 12192000"/>
              <a:gd name="connsiteX18" fmla="*/ 6858002 w 6858003"/>
              <a:gd name="connsiteY18" fmla="*/ 12191999 h 12192000"/>
              <a:gd name="connsiteX19" fmla="*/ 6858002 w 6858003"/>
              <a:gd name="connsiteY19" fmla="*/ 12192000 h 12192000"/>
              <a:gd name="connsiteX20" fmla="*/ 6624830 w 6858003"/>
              <a:gd name="connsiteY20" fmla="*/ 12192000 h 12192000"/>
              <a:gd name="connsiteX21" fmla="*/ 6624830 w 6858003"/>
              <a:gd name="connsiteY21" fmla="*/ 12191999 h 12192000"/>
              <a:gd name="connsiteX22" fmla="*/ 233174 w 6858003"/>
              <a:gd name="connsiteY22" fmla="*/ 12191999 h 12192000"/>
              <a:gd name="connsiteX23" fmla="*/ 233174 w 6858003"/>
              <a:gd name="connsiteY23" fmla="*/ 12192000 h 12192000"/>
              <a:gd name="connsiteX24" fmla="*/ 2 w 6858003"/>
              <a:gd name="connsiteY24" fmla="*/ 12192000 h 12192000"/>
              <a:gd name="connsiteX25" fmla="*/ 2 w 6858003"/>
              <a:gd name="connsiteY25" fmla="*/ 12191999 h 12192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858003" h="12192000">
                <a:moveTo>
                  <a:pt x="233174" y="11958827"/>
                </a:moveTo>
                <a:lnTo>
                  <a:pt x="6624830" y="11958827"/>
                </a:lnTo>
                <a:lnTo>
                  <a:pt x="6624830" y="233172"/>
                </a:lnTo>
                <a:lnTo>
                  <a:pt x="233174" y="233172"/>
                </a:lnTo>
                <a:close/>
                <a:moveTo>
                  <a:pt x="0" y="12191999"/>
                </a:moveTo>
                <a:lnTo>
                  <a:pt x="0" y="11958827"/>
                </a:lnTo>
                <a:lnTo>
                  <a:pt x="2" y="11958827"/>
                </a:lnTo>
                <a:lnTo>
                  <a:pt x="2" y="233172"/>
                </a:lnTo>
                <a:lnTo>
                  <a:pt x="1" y="233172"/>
                </a:lnTo>
                <a:lnTo>
                  <a:pt x="1" y="0"/>
                </a:lnTo>
                <a:lnTo>
                  <a:pt x="2" y="0"/>
                </a:lnTo>
                <a:lnTo>
                  <a:pt x="233174" y="0"/>
                </a:lnTo>
                <a:lnTo>
                  <a:pt x="6624830" y="0"/>
                </a:lnTo>
                <a:lnTo>
                  <a:pt x="6858002" y="0"/>
                </a:lnTo>
                <a:lnTo>
                  <a:pt x="6858003" y="0"/>
                </a:lnTo>
                <a:lnTo>
                  <a:pt x="6858003" y="233172"/>
                </a:lnTo>
                <a:lnTo>
                  <a:pt x="6858002" y="233172"/>
                </a:lnTo>
                <a:lnTo>
                  <a:pt x="6858002" y="11958827"/>
                </a:lnTo>
                <a:lnTo>
                  <a:pt x="6858002" y="12191999"/>
                </a:lnTo>
                <a:lnTo>
                  <a:pt x="6858002" y="12192000"/>
                </a:lnTo>
                <a:lnTo>
                  <a:pt x="6624830" y="12192000"/>
                </a:lnTo>
                <a:lnTo>
                  <a:pt x="6624830" y="12191999"/>
                </a:lnTo>
                <a:lnTo>
                  <a:pt x="233174" y="12191999"/>
                </a:lnTo>
                <a:lnTo>
                  <a:pt x="233174" y="12192000"/>
                </a:lnTo>
                <a:lnTo>
                  <a:pt x="2" y="12192000"/>
                </a:lnTo>
                <a:lnTo>
                  <a:pt x="2" y="12191999"/>
                </a:lnTo>
                <a:close/>
              </a:path>
            </a:pathLst>
          </a:cu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alpha val="20000"/>
                </a:schemeClr>
              </a:solidFill>
            </a:endParaRPr>
          </a:p>
        </p:txBody>
      </p:sp>
      <p:cxnSp>
        <p:nvCxnSpPr>
          <p:cNvPr id="17" name="Straight Connector 16">
            <a:extLst>
              <a:ext uri="{FF2B5EF4-FFF2-40B4-BE49-F238E27FC236}">
                <a16:creationId xmlns:a16="http://schemas.microsoft.com/office/drawing/2014/main" id="{56185C57-0CFE-3698-7D7A-034CA9A84ACC}"/>
              </a:ext>
            </a:extLst>
          </p:cNvPr>
          <p:cNvCxnSpPr>
            <a:cxnSpLocks/>
          </p:cNvCxnSpPr>
          <p:nvPr userDrawn="1"/>
        </p:nvCxnSpPr>
        <p:spPr>
          <a:xfrm rot="16200000" flipH="1">
            <a:off x="4476023" y="3429000"/>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Title 7">
            <a:extLst>
              <a:ext uri="{FF2B5EF4-FFF2-40B4-BE49-F238E27FC236}">
                <a16:creationId xmlns:a16="http://schemas.microsoft.com/office/drawing/2014/main" id="{61DD36E2-CAE6-8C77-72F4-2AF2403154B2}"/>
              </a:ext>
            </a:extLst>
          </p:cNvPr>
          <p:cNvSpPr>
            <a:spLocks noGrp="1"/>
          </p:cNvSpPr>
          <p:nvPr>
            <p:ph type="title"/>
          </p:nvPr>
        </p:nvSpPr>
        <p:spPr>
          <a:xfrm>
            <a:off x="609601" y="2199132"/>
            <a:ext cx="3664938" cy="2459736"/>
          </a:xfrm>
        </p:spPr>
        <p:txBody>
          <a:bodyPr anchor="ctr"/>
          <a:lstStyle/>
          <a:p>
            <a:r>
              <a:rPr lang="en-US"/>
              <a:t>Click to edit Master title style</a:t>
            </a:r>
          </a:p>
        </p:txBody>
      </p:sp>
      <p:sp>
        <p:nvSpPr>
          <p:cNvPr id="36" name="Content Placeholder 7">
            <a:extLst>
              <a:ext uri="{FF2B5EF4-FFF2-40B4-BE49-F238E27FC236}">
                <a16:creationId xmlns:a16="http://schemas.microsoft.com/office/drawing/2014/main" id="{0FCDC937-73DD-F5B2-569F-F51B88EDE4C0}"/>
              </a:ext>
            </a:extLst>
          </p:cNvPr>
          <p:cNvSpPr>
            <a:spLocks noGrp="1"/>
          </p:cNvSpPr>
          <p:nvPr>
            <p:ph sz="quarter" idx="14"/>
          </p:nvPr>
        </p:nvSpPr>
        <p:spPr>
          <a:xfrm>
            <a:off x="5181600" y="2199132"/>
            <a:ext cx="4325112" cy="2459736"/>
          </a:xfrm>
        </p:spPr>
        <p:txBody>
          <a:bodyPr anchor="ctr" anchorCtr="0">
            <a:no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053646"/>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053646"/>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053646"/>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580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53A3441A-751A-4C14-8F12-1737265EAF68}"/>
              </a:ext>
            </a:extLst>
          </p:cNvPr>
          <p:cNvCxnSpPr>
            <a:cxnSpLocks/>
          </p:cNvCxnSpPr>
          <p:nvPr userDrawn="1"/>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8B35408D-7D8B-356F-9E0A-2AB7AEB2FD1D}"/>
              </a:ext>
            </a:extLst>
          </p:cNvPr>
          <p:cNvSpPr>
            <a:spLocks noGrp="1"/>
          </p:cNvSpPr>
          <p:nvPr>
            <p:ph type="title"/>
          </p:nvPr>
        </p:nvSpPr>
        <p:spPr>
          <a:xfrm>
            <a:off x="612647" y="1698393"/>
            <a:ext cx="3677228" cy="3461213"/>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184648" y="1698394"/>
            <a:ext cx="4956175" cy="346121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627986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7FC7FF4C-7465-B229-0CED-4652B1D903B1}"/>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371599"/>
            <a:ext cx="3677228" cy="4114802"/>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84648" y="1371598"/>
            <a:ext cx="5939849" cy="4114802"/>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3644452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7">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EA111205-9D87-3642-8052-153C2ECA2F84}"/>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958670"/>
            <a:ext cx="3651436" cy="4940661"/>
          </a:xfrm>
          <a:prstGeom prst="rect">
            <a:avLst/>
          </a:prstGeom>
        </p:spPr>
        <p:txBody>
          <a:bodyPr anchor="ctr">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84648" y="958671"/>
            <a:ext cx="5939849" cy="494066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050380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8">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A9C14383-F969-7F64-05B9-667C4A1E57DE}"/>
              </a:ext>
            </a:extLst>
          </p:cNvPr>
          <p:cNvCxnSpPr>
            <a:cxnSpLocks/>
          </p:cNvCxnSpPr>
          <p:nvPr/>
        </p:nvCxnSpPr>
        <p:spPr>
          <a:xfrm rot="16200000" flipH="1">
            <a:off x="2007143" y="3429000"/>
            <a:ext cx="548640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7" name="Title 1">
            <a:extLst>
              <a:ext uri="{FF2B5EF4-FFF2-40B4-BE49-F238E27FC236}">
                <a16:creationId xmlns:a16="http://schemas.microsoft.com/office/drawing/2014/main" id="{E3EB48D4-74F6-A14E-7A13-6572193D10D0}"/>
              </a:ext>
            </a:extLst>
          </p:cNvPr>
          <p:cNvSpPr>
            <a:spLocks noGrp="1"/>
          </p:cNvSpPr>
          <p:nvPr>
            <p:ph type="title"/>
          </p:nvPr>
        </p:nvSpPr>
        <p:spPr>
          <a:xfrm>
            <a:off x="612648" y="1700553"/>
            <a:ext cx="3651432" cy="3456894"/>
          </a:xfrm>
          <a:prstGeom prst="rect">
            <a:avLst/>
          </a:prstGeom>
        </p:spPr>
        <p:txBody>
          <a:bodyPr anchor="ctr">
            <a:noAutofit/>
          </a:bodyPr>
          <a:lstStyle>
            <a:lvl1pPr>
              <a:defRPr sz="3200"/>
            </a:lvl1pPr>
          </a:lstStyle>
          <a:p>
            <a:r>
              <a:rPr lang="en-US"/>
              <a:t>Click to edit Master title style</a:t>
            </a:r>
          </a:p>
        </p:txBody>
      </p:sp>
      <p:sp>
        <p:nvSpPr>
          <p:cNvPr id="13" name="Content Placeholder 7">
            <a:extLst>
              <a:ext uri="{FF2B5EF4-FFF2-40B4-BE49-F238E27FC236}">
                <a16:creationId xmlns:a16="http://schemas.microsoft.com/office/drawing/2014/main" id="{D049C7FF-E413-2319-577F-E835FCB16323}"/>
              </a:ext>
            </a:extLst>
          </p:cNvPr>
          <p:cNvSpPr>
            <a:spLocks noGrp="1"/>
          </p:cNvSpPr>
          <p:nvPr>
            <p:ph sz="quarter" idx="13"/>
          </p:nvPr>
        </p:nvSpPr>
        <p:spPr>
          <a:xfrm>
            <a:off x="5184648" y="685800"/>
            <a:ext cx="6367321" cy="5486400"/>
          </a:xfrm>
        </p:spPr>
        <p:txBody>
          <a:bodyPr anchor="ct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07263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824D6F1-F825-A697-C77E-EE383A267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8" name="Title 1">
            <a:extLst>
              <a:ext uri="{FF2B5EF4-FFF2-40B4-BE49-F238E27FC236}">
                <a16:creationId xmlns:a16="http://schemas.microsoft.com/office/drawing/2014/main" id="{87524C43-05C6-713A-A7A0-5B61D403A310}"/>
              </a:ext>
            </a:extLst>
          </p:cNvPr>
          <p:cNvSpPr>
            <a:spLocks noGrp="1"/>
          </p:cNvSpPr>
          <p:nvPr>
            <p:ph type="title"/>
          </p:nvPr>
        </p:nvSpPr>
        <p:spPr>
          <a:xfrm>
            <a:off x="4724401" y="685805"/>
            <a:ext cx="6858000" cy="919089"/>
          </a:xfrm>
          <a:prstGeom prst="rect">
            <a:avLst/>
          </a:prstGeom>
        </p:spPr>
        <p:txBody>
          <a:bodyPr anchor="b">
            <a:noAutofit/>
          </a:bodyPr>
          <a:lstStyle/>
          <a:p>
            <a:r>
              <a:rPr lang="en-US"/>
              <a:t>Click to edit Master title style</a:t>
            </a:r>
          </a:p>
        </p:txBody>
      </p:sp>
      <p:sp>
        <p:nvSpPr>
          <p:cNvPr id="16" name="Picture Placeholder 15">
            <a:extLst>
              <a:ext uri="{FF2B5EF4-FFF2-40B4-BE49-F238E27FC236}">
                <a16:creationId xmlns:a16="http://schemas.microsoft.com/office/drawing/2014/main" id="{44CABD78-2C2E-D0EC-F3B8-8A2A35209A2D}"/>
              </a:ext>
            </a:extLst>
          </p:cNvPr>
          <p:cNvSpPr>
            <a:spLocks noGrp="1"/>
          </p:cNvSpPr>
          <p:nvPr>
            <p:ph type="pic" sz="quarter" idx="18" hasCustomPrompt="1"/>
          </p:nvPr>
        </p:nvSpPr>
        <p:spPr>
          <a:xfrm>
            <a:off x="273895" y="269622"/>
            <a:ext cx="3557016" cy="6309360"/>
          </a:xfrm>
          <a:blipFill>
            <a:blip r:embed="rId2">
              <a:alphaModFix amt="60000"/>
            </a:blip>
            <a:stretch>
              <a:fillRect/>
            </a:stretch>
          </a:blipFill>
        </p:spPr>
        <p:txBody>
          <a:bodyPr/>
          <a:lstStyle>
            <a:lvl1pPr>
              <a:defRPr/>
            </a:lvl1pPr>
          </a:lstStyle>
          <a:p>
            <a:r>
              <a:rPr lang="en-US"/>
              <a:t> </a:t>
            </a:r>
          </a:p>
        </p:txBody>
      </p:sp>
      <p:sp>
        <p:nvSpPr>
          <p:cNvPr id="19" name="Content Placeholder 7">
            <a:extLst>
              <a:ext uri="{FF2B5EF4-FFF2-40B4-BE49-F238E27FC236}">
                <a16:creationId xmlns:a16="http://schemas.microsoft.com/office/drawing/2014/main" id="{FACA9154-AC02-B86A-D855-99A470C6C8EF}"/>
              </a:ext>
            </a:extLst>
          </p:cNvPr>
          <p:cNvSpPr>
            <a:spLocks noGrp="1"/>
          </p:cNvSpPr>
          <p:nvPr>
            <p:ph sz="quarter" idx="14"/>
          </p:nvPr>
        </p:nvSpPr>
        <p:spPr>
          <a:xfrm>
            <a:off x="4718304"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DA75CD6-1692-0933-12E2-EB8CE59CAA5E}"/>
              </a:ext>
            </a:extLst>
          </p:cNvPr>
          <p:cNvCxnSpPr>
            <a:cxnSpLocks/>
          </p:cNvCxnSpPr>
          <p:nvPr userDrawn="1"/>
        </p:nvCxnSpPr>
        <p:spPr>
          <a:xfrm>
            <a:off x="4816981"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4718304" y="6343955"/>
            <a:ext cx="3364903"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08935797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52C56C-7EB8-A318-6D91-80EB32B17E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087193" y="0"/>
            <a:ext cx="4104807"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4A99718A-53B5-82A2-E582-B7B5E1E9E6D9}"/>
              </a:ext>
            </a:extLst>
          </p:cNvPr>
          <p:cNvSpPr>
            <a:spLocks noGrp="1"/>
          </p:cNvSpPr>
          <p:nvPr>
            <p:ph type="title"/>
          </p:nvPr>
        </p:nvSpPr>
        <p:spPr>
          <a:xfrm>
            <a:off x="615697" y="685805"/>
            <a:ext cx="6858000" cy="919089"/>
          </a:xfrm>
          <a:prstGeom prst="rect">
            <a:avLst/>
          </a:prstGeom>
        </p:spPr>
        <p:txBody>
          <a:bodyPr anchor="b">
            <a:noAutofit/>
          </a:bodyPr>
          <a:lstStyle/>
          <a:p>
            <a:r>
              <a:rPr lang="en-US"/>
              <a:t>Click to edit Master title style</a:t>
            </a:r>
          </a:p>
        </p:txBody>
      </p:sp>
      <p:sp>
        <p:nvSpPr>
          <p:cNvPr id="7" name="Content Placeholder 7">
            <a:extLst>
              <a:ext uri="{FF2B5EF4-FFF2-40B4-BE49-F238E27FC236}">
                <a16:creationId xmlns:a16="http://schemas.microsoft.com/office/drawing/2014/main" id="{3AD1E39C-735F-1F75-9337-EDCE2B424BAF}"/>
              </a:ext>
            </a:extLst>
          </p:cNvPr>
          <p:cNvSpPr>
            <a:spLocks noGrp="1"/>
          </p:cNvSpPr>
          <p:nvPr>
            <p:ph sz="quarter" idx="14"/>
          </p:nvPr>
        </p:nvSpPr>
        <p:spPr>
          <a:xfrm>
            <a:off x="609600" y="2209800"/>
            <a:ext cx="685799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C88CA274-D6D4-139F-1A72-F2C3684E4368}"/>
              </a:ext>
            </a:extLst>
          </p:cNvPr>
          <p:cNvCxnSpPr>
            <a:cxnSpLocks/>
          </p:cNvCxnSpPr>
          <p:nvPr userDrawn="1"/>
        </p:nvCxnSpPr>
        <p:spPr>
          <a:xfrm>
            <a:off x="714375" y="190734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Footer Placeholder 8">
            <a:extLst>
              <a:ext uri="{FF2B5EF4-FFF2-40B4-BE49-F238E27FC236}">
                <a16:creationId xmlns:a16="http://schemas.microsoft.com/office/drawing/2014/main" id="{5397D948-213E-C5B8-CCB3-226CD4CC5EED}"/>
              </a:ext>
            </a:extLst>
          </p:cNvPr>
          <p:cNvSpPr>
            <a:spLocks noGrp="1"/>
          </p:cNvSpPr>
          <p:nvPr>
            <p:ph type="ftr" sz="quarter" idx="16"/>
          </p:nvPr>
        </p:nvSpPr>
        <p:spPr>
          <a:xfrm>
            <a:off x="609600" y="6343955"/>
            <a:ext cx="3364903" cy="365125"/>
          </a:xfrm>
          <a:prstGeom prst="rect">
            <a:avLst/>
          </a:prstGeom>
        </p:spPr>
        <p:txBody>
          <a:bodyPr>
            <a:noAutofit/>
          </a:bodyPr>
          <a:lstStyle/>
          <a:p>
            <a:r>
              <a:rPr lang="en-US"/>
              <a:t>Sample Footer Text</a:t>
            </a:r>
          </a:p>
        </p:txBody>
      </p:sp>
      <p:sp>
        <p:nvSpPr>
          <p:cNvPr id="13" name="Date Placeholder 3">
            <a:extLst>
              <a:ext uri="{FF2B5EF4-FFF2-40B4-BE49-F238E27FC236}">
                <a16:creationId xmlns:a16="http://schemas.microsoft.com/office/drawing/2014/main" id="{AA11C22E-51FF-D73F-B8D3-C9D076083087}"/>
              </a:ext>
            </a:extLst>
          </p:cNvPr>
          <p:cNvSpPr>
            <a:spLocks noGrp="1"/>
          </p:cNvSpPr>
          <p:nvPr>
            <p:ph type="dt" sz="half" idx="15"/>
          </p:nvPr>
        </p:nvSpPr>
        <p:spPr>
          <a:xfrm>
            <a:off x="4922009" y="6343955"/>
            <a:ext cx="2060808" cy="365125"/>
          </a:xfrm>
          <a:prstGeom prst="rect">
            <a:avLst/>
          </a:prstGeom>
        </p:spPr>
        <p:txBody>
          <a:bodyPr>
            <a:noAutofit/>
          </a:bodyPr>
          <a:lstStyle/>
          <a:p>
            <a:r>
              <a:rPr lang="en-US"/>
              <a:t>20xx</a:t>
            </a:r>
          </a:p>
        </p:txBody>
      </p:sp>
      <p:sp>
        <p:nvSpPr>
          <p:cNvPr id="15" name="Slide Number Placeholder 9">
            <a:extLst>
              <a:ext uri="{FF2B5EF4-FFF2-40B4-BE49-F238E27FC236}">
                <a16:creationId xmlns:a16="http://schemas.microsoft.com/office/drawing/2014/main" id="{2A57B0BC-65E1-54C5-64F2-81779F24285C}"/>
              </a:ext>
            </a:extLst>
          </p:cNvPr>
          <p:cNvSpPr>
            <a:spLocks noGrp="1"/>
          </p:cNvSpPr>
          <p:nvPr>
            <p:ph type="sldNum" sz="quarter" idx="17"/>
          </p:nvPr>
        </p:nvSpPr>
        <p:spPr>
          <a:xfrm>
            <a:off x="7038392" y="6343955"/>
            <a:ext cx="429207" cy="365125"/>
          </a:xfrm>
          <a:prstGeom prst="rect">
            <a:avLst/>
          </a:prstGeom>
        </p:spPr>
        <p:txBody>
          <a:bodyPr>
            <a:noAutofit/>
          </a:bodyPr>
          <a:lstStyle/>
          <a:p>
            <a:fld id="{AEAA3239-9EA4-4A65-A281-97F994456D9F}" type="slidenum">
              <a:rPr lang="en-US" smtClean="0"/>
              <a:t>‹#›</a:t>
            </a:fld>
            <a:endParaRPr lang="en-US"/>
          </a:p>
        </p:txBody>
      </p:sp>
      <p:sp>
        <p:nvSpPr>
          <p:cNvPr id="5" name="Picture Placeholder 15">
            <a:extLst>
              <a:ext uri="{FF2B5EF4-FFF2-40B4-BE49-F238E27FC236}">
                <a16:creationId xmlns:a16="http://schemas.microsoft.com/office/drawing/2014/main" id="{1B018A5C-EF6B-7AB3-6E86-E1FF40B4E9A1}"/>
              </a:ext>
            </a:extLst>
          </p:cNvPr>
          <p:cNvSpPr>
            <a:spLocks noGrp="1"/>
          </p:cNvSpPr>
          <p:nvPr>
            <p:ph type="pic" sz="quarter" idx="18" hasCustomPrompt="1"/>
          </p:nvPr>
        </p:nvSpPr>
        <p:spPr>
          <a:xfrm>
            <a:off x="8361088" y="274320"/>
            <a:ext cx="3557016"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009949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246C31-A056-2D2B-EB3A-8C1B017857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3" name="Title 1">
            <a:extLst>
              <a:ext uri="{FF2B5EF4-FFF2-40B4-BE49-F238E27FC236}">
                <a16:creationId xmlns:a16="http://schemas.microsoft.com/office/drawing/2014/main" id="{D7F4F31B-033B-01E7-065C-C1E9FF6C07F9}"/>
              </a:ext>
            </a:extLst>
          </p:cNvPr>
          <p:cNvSpPr>
            <a:spLocks noGrp="1"/>
          </p:cNvSpPr>
          <p:nvPr>
            <p:ph type="title"/>
          </p:nvPr>
        </p:nvSpPr>
        <p:spPr>
          <a:xfrm>
            <a:off x="3557014" y="709099"/>
            <a:ext cx="8019289" cy="891101"/>
          </a:xfrm>
          <a:prstGeom prst="rect">
            <a:avLst/>
          </a:prstGeom>
        </p:spPr>
        <p:txBody>
          <a:bodyPr anchor="b">
            <a:noAutofit/>
          </a:bodyPr>
          <a:lstStyle>
            <a:lvl1pPr>
              <a:defRPr sz="3200"/>
            </a:lvl1pPr>
          </a:lstStyle>
          <a:p>
            <a:r>
              <a:rPr lang="en-US"/>
              <a:t>Click to edit Master title style</a:t>
            </a:r>
          </a:p>
        </p:txBody>
      </p:sp>
      <p:sp>
        <p:nvSpPr>
          <p:cNvPr id="10" name="Picture Placeholder 15">
            <a:extLst>
              <a:ext uri="{FF2B5EF4-FFF2-40B4-BE49-F238E27FC236}">
                <a16:creationId xmlns:a16="http://schemas.microsoft.com/office/drawing/2014/main" id="{6DECEA09-BF69-1A41-377F-55B34707197E}"/>
              </a:ext>
            </a:extLst>
          </p:cNvPr>
          <p:cNvSpPr>
            <a:spLocks noGrp="1"/>
          </p:cNvSpPr>
          <p:nvPr>
            <p:ph type="pic" sz="quarter" idx="18" hasCustomPrompt="1"/>
          </p:nvPr>
        </p:nvSpPr>
        <p:spPr>
          <a:xfrm>
            <a:off x="269746" y="269622"/>
            <a:ext cx="2395728" cy="6309360"/>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264E6032-E2DD-DC72-9E75-BAB830416F45}"/>
              </a:ext>
            </a:extLst>
          </p:cNvPr>
          <p:cNvSpPr>
            <a:spLocks noGrp="1"/>
          </p:cNvSpPr>
          <p:nvPr>
            <p:ph sz="quarter" idx="14"/>
          </p:nvPr>
        </p:nvSpPr>
        <p:spPr>
          <a:xfrm>
            <a:off x="3557014"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3557014" y="6343955"/>
            <a:ext cx="3422906" cy="365125"/>
          </a:xfrm>
          <a:prstGeom prst="rect">
            <a:avLst/>
          </a:prstGeom>
        </p:spPr>
        <p:txBody>
          <a:bodyPr>
            <a:noAutofit/>
          </a:bodyPr>
          <a:lstStyle/>
          <a:p>
            <a:r>
              <a:rPr lang="en-US"/>
              <a:t>Sample Footer Text</a:t>
            </a:r>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a:prstGeom prst="rect">
            <a:avLst/>
          </a:prstGeom>
        </p:spPr>
        <p:txBody>
          <a:bodyPr>
            <a:noAutofit/>
          </a:bodyPr>
          <a:lstStyle/>
          <a:p>
            <a:r>
              <a:rPr lang="en-US"/>
              <a:t>20xx</a:t>
            </a:r>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2" name="Straight Connector 1">
            <a:extLst>
              <a:ext uri="{FF2B5EF4-FFF2-40B4-BE49-F238E27FC236}">
                <a16:creationId xmlns:a16="http://schemas.microsoft.com/office/drawing/2014/main" id="{9727AEE3-AD29-F7D6-BFA0-59B889778837}"/>
              </a:ext>
            </a:extLst>
          </p:cNvPr>
          <p:cNvCxnSpPr>
            <a:cxnSpLocks/>
          </p:cNvCxnSpPr>
          <p:nvPr userDrawn="1"/>
        </p:nvCxnSpPr>
        <p:spPr>
          <a:xfrm>
            <a:off x="3661789"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218864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7E81DF0F-1D08-CFC3-D336-6E69AD26CA81}"/>
              </a:ext>
            </a:extLst>
          </p:cNvPr>
          <p:cNvCxnSpPr>
            <a:cxnSpLocks/>
          </p:cNvCxnSpPr>
          <p:nvPr userDrawn="1"/>
        </p:nvCxnSpPr>
        <p:spPr>
          <a:xfrm>
            <a:off x="714375" y="190040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E918502E-0DE9-66F0-120E-B9F9EDDBC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252116" y="-4698"/>
            <a:ext cx="2944366"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4" name="Title 1">
            <a:extLst>
              <a:ext uri="{FF2B5EF4-FFF2-40B4-BE49-F238E27FC236}">
                <a16:creationId xmlns:a16="http://schemas.microsoft.com/office/drawing/2014/main" id="{2ADEEE89-7A53-BFD6-F854-BC4947CE2B58}"/>
              </a:ext>
            </a:extLst>
          </p:cNvPr>
          <p:cNvSpPr>
            <a:spLocks noGrp="1"/>
          </p:cNvSpPr>
          <p:nvPr>
            <p:ph type="title"/>
          </p:nvPr>
        </p:nvSpPr>
        <p:spPr>
          <a:xfrm>
            <a:off x="609600" y="709099"/>
            <a:ext cx="8019289" cy="891101"/>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8E4281B5-46C8-0290-9B6E-154BCEB2F9F1}"/>
              </a:ext>
            </a:extLst>
          </p:cNvPr>
          <p:cNvSpPr>
            <a:spLocks noGrp="1"/>
          </p:cNvSpPr>
          <p:nvPr>
            <p:ph sz="quarter" idx="14"/>
          </p:nvPr>
        </p:nvSpPr>
        <p:spPr>
          <a:xfrm>
            <a:off x="609600" y="2200614"/>
            <a:ext cx="8019289" cy="39623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Footer Placeholder 3">
            <a:extLst>
              <a:ext uri="{FF2B5EF4-FFF2-40B4-BE49-F238E27FC236}">
                <a16:creationId xmlns:a16="http://schemas.microsoft.com/office/drawing/2014/main" id="{9CF2DB13-C77B-68E8-AA32-2A399E83A39F}"/>
              </a:ext>
            </a:extLst>
          </p:cNvPr>
          <p:cNvSpPr>
            <a:spLocks noGrp="1"/>
          </p:cNvSpPr>
          <p:nvPr>
            <p:ph type="ftr" sz="quarter" idx="16"/>
          </p:nvPr>
        </p:nvSpPr>
        <p:spPr>
          <a:xfrm>
            <a:off x="609600" y="6343955"/>
            <a:ext cx="3422906" cy="365125"/>
          </a:xfrm>
          <a:prstGeom prst="rect">
            <a:avLst/>
          </a:prstGeom>
        </p:spPr>
        <p:txBody>
          <a:bodyPr>
            <a:noAutofit/>
          </a:bodyPr>
          <a:lstStyle/>
          <a:p>
            <a:r>
              <a:rPr lang="en-US"/>
              <a:t>Sample Footer Text</a:t>
            </a:r>
          </a:p>
        </p:txBody>
      </p:sp>
      <p:sp>
        <p:nvSpPr>
          <p:cNvPr id="16" name="Date Placeholder 2">
            <a:extLst>
              <a:ext uri="{FF2B5EF4-FFF2-40B4-BE49-F238E27FC236}">
                <a16:creationId xmlns:a16="http://schemas.microsoft.com/office/drawing/2014/main" id="{723C7477-007B-AF5F-BF27-20DF2D11C11B}"/>
              </a:ext>
            </a:extLst>
          </p:cNvPr>
          <p:cNvSpPr>
            <a:spLocks noGrp="1"/>
          </p:cNvSpPr>
          <p:nvPr>
            <p:ph type="dt" sz="half" idx="15"/>
          </p:nvPr>
        </p:nvSpPr>
        <p:spPr>
          <a:xfrm>
            <a:off x="5998285" y="6343955"/>
            <a:ext cx="2150873" cy="365125"/>
          </a:xfrm>
          <a:prstGeom prst="rect">
            <a:avLst/>
          </a:prstGeom>
        </p:spPr>
        <p:txBody>
          <a:bodyPr>
            <a:noAutofit/>
          </a:bodyPr>
          <a:lstStyle/>
          <a:p>
            <a:r>
              <a:rPr lang="en-US"/>
              <a:t>20xx</a:t>
            </a:r>
          </a:p>
        </p:txBody>
      </p:sp>
      <p:sp>
        <p:nvSpPr>
          <p:cNvPr id="18" name="Slide Number Placeholder 8">
            <a:extLst>
              <a:ext uri="{FF2B5EF4-FFF2-40B4-BE49-F238E27FC236}">
                <a16:creationId xmlns:a16="http://schemas.microsoft.com/office/drawing/2014/main" id="{9F76A51B-A740-5EA5-477F-42182383C5FF}"/>
              </a:ext>
            </a:extLst>
          </p:cNvPr>
          <p:cNvSpPr>
            <a:spLocks noGrp="1"/>
          </p:cNvSpPr>
          <p:nvPr>
            <p:ph type="sldNum" sz="quarter" idx="17"/>
          </p:nvPr>
        </p:nvSpPr>
        <p:spPr>
          <a:xfrm>
            <a:off x="8199682" y="6343955"/>
            <a:ext cx="429207" cy="365125"/>
          </a:xfrm>
          <a:prstGeom prst="rect">
            <a:avLst/>
          </a:prstGeom>
        </p:spPr>
        <p:txBody>
          <a:bodyPr>
            <a:noAutofit/>
          </a:bodyPr>
          <a:lstStyle/>
          <a:p>
            <a:fld id="{AEAA3239-9EA4-4A65-A281-97F994456D9F}" type="slidenum">
              <a:rPr lang="en-US" smtClean="0"/>
              <a:t>‹#›</a:t>
            </a:fld>
            <a:endParaRPr lang="en-US"/>
          </a:p>
        </p:txBody>
      </p:sp>
      <p:sp>
        <p:nvSpPr>
          <p:cNvPr id="20" name="Picture Placeholder 15">
            <a:extLst>
              <a:ext uri="{FF2B5EF4-FFF2-40B4-BE49-F238E27FC236}">
                <a16:creationId xmlns:a16="http://schemas.microsoft.com/office/drawing/2014/main" id="{5FA75C2B-3307-6106-9020-5A6F5C28CE54}"/>
              </a:ext>
            </a:extLst>
          </p:cNvPr>
          <p:cNvSpPr>
            <a:spLocks noGrp="1"/>
          </p:cNvSpPr>
          <p:nvPr>
            <p:ph type="pic" sz="quarter" idx="18" hasCustomPrompt="1"/>
          </p:nvPr>
        </p:nvSpPr>
        <p:spPr>
          <a:xfrm>
            <a:off x="9521861" y="269622"/>
            <a:ext cx="2395728"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86120103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1A88DE7-0F60-6168-9CA3-51F9168BAE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875"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04302" y="685800"/>
            <a:ext cx="4572001" cy="895139"/>
          </a:xfrm>
          <a:prstGeom prst="rect">
            <a:avLst/>
          </a:prstGeom>
        </p:spPr>
        <p:txBody>
          <a:bodyPr anchor="b">
            <a:noAutofit/>
          </a:bodyPr>
          <a:lstStyle>
            <a:lvl1pPr>
              <a:defRPr sz="3200"/>
            </a:lvl1pPr>
          </a:lstStyle>
          <a:p>
            <a:r>
              <a:rPr lang="en-US"/>
              <a:t>Click to edit Master title style</a:t>
            </a:r>
          </a:p>
        </p:txBody>
      </p:sp>
      <p:sp>
        <p:nvSpPr>
          <p:cNvPr id="13" name="Picture Placeholder 15">
            <a:extLst>
              <a:ext uri="{FF2B5EF4-FFF2-40B4-BE49-F238E27FC236}">
                <a16:creationId xmlns:a16="http://schemas.microsoft.com/office/drawing/2014/main" id="{74F04492-82BE-6873-2EB5-D1F54A59D796}"/>
              </a:ext>
            </a:extLst>
          </p:cNvPr>
          <p:cNvSpPr>
            <a:spLocks noGrp="1"/>
          </p:cNvSpPr>
          <p:nvPr>
            <p:ph type="pic" sz="quarter" idx="18" hasCustomPrompt="1"/>
          </p:nvPr>
        </p:nvSpPr>
        <p:spPr>
          <a:xfrm>
            <a:off x="271445" y="274320"/>
            <a:ext cx="5852160" cy="6309360"/>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010400"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004302" y="6343955"/>
            <a:ext cx="2105099" cy="365125"/>
          </a:xfrm>
          <a:prstGeom prst="rect">
            <a:avLst/>
          </a:prstGeom>
        </p:spPr>
        <p:txBody>
          <a:bodyPr>
            <a:noAutofit/>
          </a:body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cxnSp>
        <p:nvCxnSpPr>
          <p:cNvPr id="10" name="Straight Connector 9">
            <a:extLst>
              <a:ext uri="{FF2B5EF4-FFF2-40B4-BE49-F238E27FC236}">
                <a16:creationId xmlns:a16="http://schemas.microsoft.com/office/drawing/2014/main" id="{BC824679-0DD4-43C3-4580-78706496FBE2}"/>
              </a:ext>
            </a:extLst>
          </p:cNvPr>
          <p:cNvCxnSpPr>
            <a:cxnSpLocks/>
          </p:cNvCxnSpPr>
          <p:nvPr userDrawn="1"/>
        </p:nvCxnSpPr>
        <p:spPr>
          <a:xfrm>
            <a:off x="7099930" y="185727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43134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2192057-ED66-C8A5-B85E-40F2037C6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1200" y="0"/>
            <a:ext cx="6400800"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9B106E7D-3EDD-EA41-1839-6F135AE55491}"/>
              </a:ext>
            </a:extLst>
          </p:cNvPr>
          <p:cNvSpPr>
            <a:spLocks noGrp="1"/>
          </p:cNvSpPr>
          <p:nvPr>
            <p:ph type="title"/>
          </p:nvPr>
        </p:nvSpPr>
        <p:spPr>
          <a:xfrm>
            <a:off x="612649" y="685800"/>
            <a:ext cx="4572001" cy="895139"/>
          </a:xfrm>
          <a:prstGeom prst="rect">
            <a:avLst/>
          </a:prstGeom>
        </p:spPr>
        <p:txBody>
          <a:bodyPr anchor="b">
            <a:noAutofit/>
          </a:bodyPr>
          <a:lstStyle>
            <a:lvl1pPr>
              <a:defRPr sz="3200"/>
            </a:lvl1pPr>
          </a:lstStyle>
          <a:p>
            <a:r>
              <a:rPr lang="en-US"/>
              <a:t>Click to edit Master title style</a:t>
            </a:r>
          </a:p>
        </p:txBody>
      </p:sp>
      <p:sp>
        <p:nvSpPr>
          <p:cNvPr id="11" name="Content Placeholder 7">
            <a:extLst>
              <a:ext uri="{FF2B5EF4-FFF2-40B4-BE49-F238E27FC236}">
                <a16:creationId xmlns:a16="http://schemas.microsoft.com/office/drawing/2014/main" id="{42A4AC27-FC3B-F141-88F5-7282935954DD}"/>
              </a:ext>
            </a:extLst>
          </p:cNvPr>
          <p:cNvSpPr>
            <a:spLocks noGrp="1"/>
          </p:cNvSpPr>
          <p:nvPr>
            <p:ph sz="quarter" idx="14"/>
          </p:nvPr>
        </p:nvSpPr>
        <p:spPr>
          <a:xfrm>
            <a:off x="618747" y="2133606"/>
            <a:ext cx="4572001" cy="403857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79943DFD-7853-50DB-DFE8-2D0792CC1535}"/>
              </a:ext>
            </a:extLst>
          </p:cNvPr>
          <p:cNvSpPr>
            <a:spLocks noGrp="1"/>
          </p:cNvSpPr>
          <p:nvPr>
            <p:ph type="ftr" sz="quarter" idx="11"/>
          </p:nvPr>
        </p:nvSpPr>
        <p:spPr>
          <a:xfrm>
            <a:off x="612649" y="6343955"/>
            <a:ext cx="2105099"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3" name="Date Placeholder 4">
            <a:extLst>
              <a:ext uri="{FF2B5EF4-FFF2-40B4-BE49-F238E27FC236}">
                <a16:creationId xmlns:a16="http://schemas.microsoft.com/office/drawing/2014/main" id="{C5840587-9753-9826-EA98-7CF7F15308F0}"/>
              </a:ext>
            </a:extLst>
          </p:cNvPr>
          <p:cNvSpPr>
            <a:spLocks noGrp="1"/>
          </p:cNvSpPr>
          <p:nvPr>
            <p:ph type="dt" sz="half" idx="10"/>
          </p:nvPr>
        </p:nvSpPr>
        <p:spPr>
          <a:xfrm>
            <a:off x="2983414" y="6343955"/>
            <a:ext cx="1772029"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9" name="Slide Number Placeholder 6">
            <a:extLst>
              <a:ext uri="{FF2B5EF4-FFF2-40B4-BE49-F238E27FC236}">
                <a16:creationId xmlns:a16="http://schemas.microsoft.com/office/drawing/2014/main" id="{D3C41979-6374-97D1-3061-3AB9D9EB80CF}"/>
              </a:ext>
            </a:extLst>
          </p:cNvPr>
          <p:cNvSpPr>
            <a:spLocks noGrp="1"/>
          </p:cNvSpPr>
          <p:nvPr>
            <p:ph type="sldNum" sz="quarter" idx="12"/>
          </p:nvPr>
        </p:nvSpPr>
        <p:spPr>
          <a:xfrm>
            <a:off x="4755443"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14" name="Picture Placeholder 15">
            <a:extLst>
              <a:ext uri="{FF2B5EF4-FFF2-40B4-BE49-F238E27FC236}">
                <a16:creationId xmlns:a16="http://schemas.microsoft.com/office/drawing/2014/main" id="{48CB05E2-2306-9AA8-0977-833AD0146BEB}"/>
              </a:ext>
            </a:extLst>
          </p:cNvPr>
          <p:cNvSpPr>
            <a:spLocks noGrp="1"/>
          </p:cNvSpPr>
          <p:nvPr>
            <p:ph type="pic" sz="quarter" idx="18" hasCustomPrompt="1"/>
          </p:nvPr>
        </p:nvSpPr>
        <p:spPr>
          <a:xfrm>
            <a:off x="6065520" y="274320"/>
            <a:ext cx="5852160" cy="6309360"/>
          </a:xfrm>
          <a:blipFill>
            <a:blip r:embed="rId2">
              <a:alphaModFix amt="60000"/>
            </a:blip>
            <a:stretch>
              <a:fillRect/>
            </a:stretch>
          </a:blipFill>
        </p:spPr>
        <p:txBody>
          <a:bodyPr/>
          <a:lstStyle>
            <a:lvl1pPr>
              <a:defRPr/>
            </a:lvl1pPr>
          </a:lstStyle>
          <a:p>
            <a:r>
              <a:rPr lang="en-US"/>
              <a:t> </a:t>
            </a:r>
          </a:p>
        </p:txBody>
      </p:sp>
      <p:cxnSp>
        <p:nvCxnSpPr>
          <p:cNvPr id="2" name="Straight Connector 1">
            <a:extLst>
              <a:ext uri="{FF2B5EF4-FFF2-40B4-BE49-F238E27FC236}">
                <a16:creationId xmlns:a16="http://schemas.microsoft.com/office/drawing/2014/main" id="{B6796377-F057-555E-6D11-962F10D4E655}"/>
              </a:ext>
            </a:extLst>
          </p:cNvPr>
          <p:cNvCxnSpPr>
            <a:cxnSpLocks/>
          </p:cNvCxnSpPr>
          <p:nvPr userDrawn="1"/>
        </p:nvCxnSpPr>
        <p:spPr>
          <a:xfrm>
            <a:off x="714375" y="1857272"/>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586961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D5C2E769-CE9C-F713-6844-D0DBB458CE18}"/>
              </a:ext>
            </a:extLst>
          </p:cNvPr>
          <p:cNvCxnSpPr>
            <a:cxnSpLocks/>
          </p:cNvCxnSpPr>
          <p:nvPr userDrawn="1"/>
        </p:nvCxnSpPr>
        <p:spPr>
          <a:xfrm>
            <a:off x="8029448"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EB2937D-47DC-BF81-9ACE-6E67A57245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698"/>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6" name="Title 1">
            <a:extLst>
              <a:ext uri="{FF2B5EF4-FFF2-40B4-BE49-F238E27FC236}">
                <a16:creationId xmlns:a16="http://schemas.microsoft.com/office/drawing/2014/main" id="{3011DB78-8965-7609-C35E-80AF7F5B774C}"/>
              </a:ext>
            </a:extLst>
          </p:cNvPr>
          <p:cNvSpPr>
            <a:spLocks noGrp="1"/>
          </p:cNvSpPr>
          <p:nvPr>
            <p:ph type="title"/>
          </p:nvPr>
        </p:nvSpPr>
        <p:spPr>
          <a:xfrm>
            <a:off x="7924800" y="671136"/>
            <a:ext cx="3657474" cy="909797"/>
          </a:xfrm>
          <a:prstGeom prst="rect">
            <a:avLst/>
          </a:prstGeom>
        </p:spPr>
        <p:txBody>
          <a:bodyPr anchor="b">
            <a:noAutofit/>
          </a:bodyPr>
          <a:lstStyle>
            <a:lvl1pPr>
              <a:defRPr sz="3200"/>
            </a:lvl1pPr>
          </a:lstStyle>
          <a:p>
            <a:r>
              <a:rPr lang="en-US"/>
              <a:t>Click to edit Master title style</a:t>
            </a:r>
          </a:p>
        </p:txBody>
      </p:sp>
      <p:sp>
        <p:nvSpPr>
          <p:cNvPr id="16" name="Picture Placeholder 15">
            <a:extLst>
              <a:ext uri="{FF2B5EF4-FFF2-40B4-BE49-F238E27FC236}">
                <a16:creationId xmlns:a16="http://schemas.microsoft.com/office/drawing/2014/main" id="{E6A4CFA5-203B-9204-E7F5-11EF9CE3C387}"/>
              </a:ext>
            </a:extLst>
          </p:cNvPr>
          <p:cNvSpPr>
            <a:spLocks noGrp="1"/>
          </p:cNvSpPr>
          <p:nvPr>
            <p:ph type="pic" sz="quarter" idx="18" hasCustomPrompt="1"/>
          </p:nvPr>
        </p:nvSpPr>
        <p:spPr>
          <a:xfrm>
            <a:off x="272796" y="269622"/>
            <a:ext cx="6766560" cy="6309360"/>
          </a:xfrm>
          <a:blipFill>
            <a:blip r:embed="rId2">
              <a:alphaModFix amt="60000"/>
            </a:blip>
            <a:stretch>
              <a:fillRect/>
            </a:stretch>
          </a:blipFill>
        </p:spPr>
        <p:txBody>
          <a:bodyPr/>
          <a:lstStyle>
            <a:lvl1pPr>
              <a:defRPr/>
            </a:lvl1pPr>
          </a:lstStyle>
          <a:p>
            <a:r>
              <a:rPr lang="en-US"/>
              <a:t> </a:t>
            </a:r>
          </a:p>
        </p:txBody>
      </p:sp>
      <p:sp>
        <p:nvSpPr>
          <p:cNvPr id="7" name="Content Placeholder 7">
            <a:extLst>
              <a:ext uri="{FF2B5EF4-FFF2-40B4-BE49-F238E27FC236}">
                <a16:creationId xmlns:a16="http://schemas.microsoft.com/office/drawing/2014/main" id="{C241E3CA-9184-3359-07D1-2172C4BB2F46}"/>
              </a:ext>
            </a:extLst>
          </p:cNvPr>
          <p:cNvSpPr>
            <a:spLocks noGrp="1"/>
          </p:cNvSpPr>
          <p:nvPr>
            <p:ph sz="quarter" idx="14"/>
          </p:nvPr>
        </p:nvSpPr>
        <p:spPr>
          <a:xfrm>
            <a:off x="7924801" y="2133602"/>
            <a:ext cx="3657600" cy="205739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Footer Placeholder 8">
            <a:extLst>
              <a:ext uri="{FF2B5EF4-FFF2-40B4-BE49-F238E27FC236}">
                <a16:creationId xmlns:a16="http://schemas.microsoft.com/office/drawing/2014/main" id="{3822FD9A-C9C0-E27F-705F-B30E4B512FDF}"/>
              </a:ext>
            </a:extLst>
          </p:cNvPr>
          <p:cNvSpPr>
            <a:spLocks noGrp="1"/>
          </p:cNvSpPr>
          <p:nvPr>
            <p:ph type="ftr" sz="quarter" idx="16"/>
          </p:nvPr>
        </p:nvSpPr>
        <p:spPr>
          <a:xfrm>
            <a:off x="7924800" y="6343955"/>
            <a:ext cx="1637337" cy="365125"/>
          </a:xfrm>
          <a:prstGeom prst="rect">
            <a:avLst/>
          </a:prstGeom>
        </p:spPr>
        <p:txBody>
          <a:bodyPr/>
          <a:lstStyle/>
          <a:p>
            <a:r>
              <a:rPr lang="en-US"/>
              <a:t>Sample Footer Text</a:t>
            </a:r>
          </a:p>
        </p:txBody>
      </p:sp>
      <p:sp>
        <p:nvSpPr>
          <p:cNvPr id="4" name="Date Placeholder 3">
            <a:extLst>
              <a:ext uri="{FF2B5EF4-FFF2-40B4-BE49-F238E27FC236}">
                <a16:creationId xmlns:a16="http://schemas.microsoft.com/office/drawing/2014/main" id="{497E974A-B754-DA38-ADA3-45911636DA7D}"/>
              </a:ext>
            </a:extLst>
          </p:cNvPr>
          <p:cNvSpPr>
            <a:spLocks noGrp="1"/>
          </p:cNvSpPr>
          <p:nvPr>
            <p:ph type="dt" sz="half" idx="15"/>
          </p:nvPr>
        </p:nvSpPr>
        <p:spPr>
          <a:xfrm>
            <a:off x="10174785" y="6343955"/>
            <a:ext cx="949766" cy="365125"/>
          </a:xfrm>
          <a:prstGeom prst="rect">
            <a:avLst/>
          </a:prstGeom>
        </p:spPr>
        <p:txBody>
          <a:bodyPr/>
          <a:lstStyle/>
          <a:p>
            <a:r>
              <a:rPr lang="en-US"/>
              <a:t>20xx</a:t>
            </a:r>
          </a:p>
        </p:txBody>
      </p:sp>
      <p:sp>
        <p:nvSpPr>
          <p:cNvPr id="14" name="Slide Number Placeholder 9">
            <a:extLst>
              <a:ext uri="{FF2B5EF4-FFF2-40B4-BE49-F238E27FC236}">
                <a16:creationId xmlns:a16="http://schemas.microsoft.com/office/drawing/2014/main" id="{38B0FACB-4CC5-0738-E059-C2E9D2B56C75}"/>
              </a:ext>
            </a:extLst>
          </p:cNvPr>
          <p:cNvSpPr>
            <a:spLocks noGrp="1"/>
          </p:cNvSpPr>
          <p:nvPr>
            <p:ph type="sldNum" sz="quarter" idx="17"/>
          </p:nvPr>
        </p:nvSpPr>
        <p:spPr>
          <a:xfrm>
            <a:off x="11153067"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1709588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758D487-A1F1-683A-BAB0-CF458881A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79848" y="0"/>
            <a:ext cx="73121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7" name="Title 1">
            <a:extLst>
              <a:ext uri="{FF2B5EF4-FFF2-40B4-BE49-F238E27FC236}">
                <a16:creationId xmlns:a16="http://schemas.microsoft.com/office/drawing/2014/main" id="{ACD7794F-E7D5-AAA7-1586-2916735DFAD0}"/>
              </a:ext>
            </a:extLst>
          </p:cNvPr>
          <p:cNvSpPr>
            <a:spLocks noGrp="1"/>
          </p:cNvSpPr>
          <p:nvPr>
            <p:ph type="title"/>
          </p:nvPr>
        </p:nvSpPr>
        <p:spPr>
          <a:xfrm>
            <a:off x="609600" y="671136"/>
            <a:ext cx="3657474" cy="909797"/>
          </a:xfrm>
          <a:prstGeom prst="rect">
            <a:avLst/>
          </a:prstGeom>
        </p:spPr>
        <p:txBody>
          <a:bodyPr anchor="b">
            <a:noAutofit/>
          </a:bodyPr>
          <a:lstStyle>
            <a:lvl1pPr>
              <a:defRPr sz="3200"/>
            </a:lvl1pPr>
          </a:lstStyle>
          <a:p>
            <a:r>
              <a:rPr lang="en-US"/>
              <a:t>Click to edit Master title style</a:t>
            </a:r>
          </a:p>
        </p:txBody>
      </p:sp>
      <p:sp>
        <p:nvSpPr>
          <p:cNvPr id="4" name="Content Placeholder 7">
            <a:extLst>
              <a:ext uri="{FF2B5EF4-FFF2-40B4-BE49-F238E27FC236}">
                <a16:creationId xmlns:a16="http://schemas.microsoft.com/office/drawing/2014/main" id="{060857C7-82E4-7465-780B-F61FDE2F4044}"/>
              </a:ext>
            </a:extLst>
          </p:cNvPr>
          <p:cNvSpPr>
            <a:spLocks noGrp="1"/>
          </p:cNvSpPr>
          <p:nvPr>
            <p:ph sz="quarter" idx="14"/>
          </p:nvPr>
        </p:nvSpPr>
        <p:spPr>
          <a:xfrm>
            <a:off x="609601" y="2133601"/>
            <a:ext cx="3657600" cy="2057400"/>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Footer Placeholder 8">
            <a:extLst>
              <a:ext uri="{FF2B5EF4-FFF2-40B4-BE49-F238E27FC236}">
                <a16:creationId xmlns:a16="http://schemas.microsoft.com/office/drawing/2014/main" id="{F80C8C98-47A2-E988-3AE6-34783DFB0E00}"/>
              </a:ext>
            </a:extLst>
          </p:cNvPr>
          <p:cNvSpPr>
            <a:spLocks noGrp="1"/>
          </p:cNvSpPr>
          <p:nvPr>
            <p:ph type="ftr" sz="quarter" idx="16"/>
          </p:nvPr>
        </p:nvSpPr>
        <p:spPr>
          <a:xfrm>
            <a:off x="609600" y="6343955"/>
            <a:ext cx="1637337" cy="365125"/>
          </a:xfrm>
          <a:prstGeom prst="rect">
            <a:avLst/>
          </a:prstGeom>
        </p:spPr>
        <p:txBody>
          <a:bodyPr/>
          <a:lstStyle/>
          <a:p>
            <a:r>
              <a:rPr lang="en-US"/>
              <a:t>Sample Footer Text</a:t>
            </a:r>
          </a:p>
        </p:txBody>
      </p:sp>
      <p:sp>
        <p:nvSpPr>
          <p:cNvPr id="15" name="Date Placeholder 3">
            <a:extLst>
              <a:ext uri="{FF2B5EF4-FFF2-40B4-BE49-F238E27FC236}">
                <a16:creationId xmlns:a16="http://schemas.microsoft.com/office/drawing/2014/main" id="{06918495-7937-AB95-AE9B-E73858FCDCCB}"/>
              </a:ext>
            </a:extLst>
          </p:cNvPr>
          <p:cNvSpPr>
            <a:spLocks noGrp="1"/>
          </p:cNvSpPr>
          <p:nvPr>
            <p:ph type="dt" sz="half" idx="15"/>
          </p:nvPr>
        </p:nvSpPr>
        <p:spPr>
          <a:xfrm>
            <a:off x="2888101" y="6343955"/>
            <a:ext cx="949766" cy="365125"/>
          </a:xfrm>
          <a:prstGeom prst="rect">
            <a:avLst/>
          </a:prstGeom>
        </p:spPr>
        <p:txBody>
          <a:bodyPr/>
          <a:lstStyle/>
          <a:p>
            <a:r>
              <a:rPr lang="en-US"/>
              <a:t>20xx</a:t>
            </a:r>
          </a:p>
        </p:txBody>
      </p:sp>
      <p:sp>
        <p:nvSpPr>
          <p:cNvPr id="16" name="Slide Number Placeholder 9">
            <a:extLst>
              <a:ext uri="{FF2B5EF4-FFF2-40B4-BE49-F238E27FC236}">
                <a16:creationId xmlns:a16="http://schemas.microsoft.com/office/drawing/2014/main" id="{C1F54C04-CA0C-C7FC-EA6D-307BB54375F0}"/>
              </a:ext>
            </a:extLst>
          </p:cNvPr>
          <p:cNvSpPr>
            <a:spLocks noGrp="1"/>
          </p:cNvSpPr>
          <p:nvPr>
            <p:ph type="sldNum" sz="quarter" idx="17"/>
          </p:nvPr>
        </p:nvSpPr>
        <p:spPr>
          <a:xfrm>
            <a:off x="3837867" y="6343955"/>
            <a:ext cx="429207" cy="365125"/>
          </a:xfrm>
          <a:prstGeom prst="rect">
            <a:avLst/>
          </a:prstGeom>
        </p:spPr>
        <p:txBody>
          <a:bodyPr/>
          <a:lstStyle/>
          <a:p>
            <a:fld id="{AEAA3239-9EA4-4A65-A281-97F994456D9F}" type="slidenum">
              <a:rPr lang="en-US" smtClean="0"/>
              <a:t>‹#›</a:t>
            </a:fld>
            <a:endParaRPr lang="en-US"/>
          </a:p>
        </p:txBody>
      </p:sp>
      <p:sp>
        <p:nvSpPr>
          <p:cNvPr id="6" name="Picture Placeholder 15">
            <a:extLst>
              <a:ext uri="{FF2B5EF4-FFF2-40B4-BE49-F238E27FC236}">
                <a16:creationId xmlns:a16="http://schemas.microsoft.com/office/drawing/2014/main" id="{7CFA71BB-777B-7E69-94EC-F6787A89A6E6}"/>
              </a:ext>
            </a:extLst>
          </p:cNvPr>
          <p:cNvSpPr>
            <a:spLocks noGrp="1"/>
          </p:cNvSpPr>
          <p:nvPr>
            <p:ph type="pic" sz="quarter" idx="19" hasCustomPrompt="1"/>
          </p:nvPr>
        </p:nvSpPr>
        <p:spPr>
          <a:xfrm>
            <a:off x="5152644" y="274320"/>
            <a:ext cx="6766560" cy="6309360"/>
          </a:xfrm>
          <a:blipFill>
            <a:blip r:embed="rId2">
              <a:alphaModFix amt="60000"/>
            </a:blip>
            <a:stretch>
              <a:fillRect/>
            </a:stretch>
          </a:blipFill>
        </p:spPr>
        <p:txBody>
          <a:bodyPr/>
          <a:lstStyle>
            <a:lvl1pPr>
              <a:defRPr/>
            </a:lvl1pPr>
          </a:lstStyle>
          <a:p>
            <a:r>
              <a:rPr lang="en-US"/>
              <a:t> </a:t>
            </a:r>
          </a:p>
        </p:txBody>
      </p:sp>
      <p:cxnSp>
        <p:nvCxnSpPr>
          <p:cNvPr id="10" name="Straight Connector 9">
            <a:extLst>
              <a:ext uri="{FF2B5EF4-FFF2-40B4-BE49-F238E27FC236}">
                <a16:creationId xmlns:a16="http://schemas.microsoft.com/office/drawing/2014/main" id="{5C9694AE-FEB4-9B39-47B8-87A023695B5F}"/>
              </a:ext>
            </a:extLst>
          </p:cNvPr>
          <p:cNvCxnSpPr>
            <a:cxnSpLocks/>
          </p:cNvCxnSpPr>
          <p:nvPr userDrawn="1"/>
        </p:nvCxnSpPr>
        <p:spPr>
          <a:xfrm>
            <a:off x="714375" y="1857267"/>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32910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65D45617-3FAE-4E81-40AD-B8D3BE8E85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9200" y="685808"/>
            <a:ext cx="2749218" cy="1804827"/>
          </a:xfrm>
          <a:prstGeom prst="rect">
            <a:avLst/>
          </a:prstGeom>
        </p:spPr>
        <p:txBody>
          <a:bodyPr anchor="b">
            <a:noAutofit/>
          </a:bodyPr>
          <a:lstStyle/>
          <a:p>
            <a:r>
              <a:rPr lang="en-US"/>
              <a:t>Click to edit Master title style</a:t>
            </a:r>
          </a:p>
        </p:txBody>
      </p:sp>
      <p:sp>
        <p:nvSpPr>
          <p:cNvPr id="14" name="Picture Placeholder 13">
            <a:extLst>
              <a:ext uri="{FF2B5EF4-FFF2-40B4-BE49-F238E27FC236}">
                <a16:creationId xmlns:a16="http://schemas.microsoft.com/office/drawing/2014/main" id="{24F57C26-948D-3FE2-92DA-246D40F41964}"/>
              </a:ext>
            </a:extLst>
          </p:cNvPr>
          <p:cNvSpPr>
            <a:spLocks noGrp="1"/>
          </p:cNvSpPr>
          <p:nvPr>
            <p:ph type="pic" sz="quarter" idx="15" hasCustomPrompt="1"/>
          </p:nvPr>
        </p:nvSpPr>
        <p:spPr>
          <a:xfrm>
            <a:off x="272796" y="269622"/>
            <a:ext cx="7680960" cy="6309360"/>
          </a:xfrm>
          <a:blipFill>
            <a:blip r:embed="rId2">
              <a:alphaModFix amt="60000"/>
            </a:blip>
            <a:stretch>
              <a:fillRect/>
            </a:stretch>
          </a:blipFill>
        </p:spPr>
        <p:txBody>
          <a:bodyPr/>
          <a:lstStyle>
            <a:lvl1pPr>
              <a:defRPr/>
            </a:lvl1pPr>
          </a:lstStyle>
          <a:p>
            <a:r>
              <a:rPr lang="en-US"/>
              <a:t> </a:t>
            </a:r>
          </a:p>
        </p:txBody>
      </p:sp>
      <p:sp>
        <p:nvSpPr>
          <p:cNvPr id="9" name="Content Placeholder 7">
            <a:extLst>
              <a:ext uri="{FF2B5EF4-FFF2-40B4-BE49-F238E27FC236}">
                <a16:creationId xmlns:a16="http://schemas.microsoft.com/office/drawing/2014/main" id="{2A3C8EAC-492E-1D2B-97C8-8A7308054588}"/>
              </a:ext>
            </a:extLst>
          </p:cNvPr>
          <p:cNvSpPr>
            <a:spLocks noGrp="1"/>
          </p:cNvSpPr>
          <p:nvPr>
            <p:ph sz="quarter" idx="16"/>
          </p:nvPr>
        </p:nvSpPr>
        <p:spPr>
          <a:xfrm>
            <a:off x="88392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62064"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76704"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39152"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cxnSp>
        <p:nvCxnSpPr>
          <p:cNvPr id="13" name="Straight Connector 12">
            <a:extLst>
              <a:ext uri="{FF2B5EF4-FFF2-40B4-BE49-F238E27FC236}">
                <a16:creationId xmlns:a16="http://schemas.microsoft.com/office/drawing/2014/main" id="{AC757DBD-64FF-E8CF-5B53-1EF6808C8918}"/>
              </a:ext>
            </a:extLst>
          </p:cNvPr>
          <p:cNvCxnSpPr>
            <a:cxnSpLocks/>
          </p:cNvCxnSpPr>
          <p:nvPr userDrawn="1"/>
        </p:nvCxnSpPr>
        <p:spPr>
          <a:xfrm>
            <a:off x="89439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721151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3AC31A53-5AD8-A443-D12C-F30129B4F766}"/>
              </a:ext>
            </a:extLst>
          </p:cNvPr>
          <p:cNvCxnSpPr>
            <a:cxnSpLocks/>
          </p:cNvCxnSpPr>
          <p:nvPr userDrawn="1"/>
        </p:nvCxnSpPr>
        <p:spPr>
          <a:xfrm>
            <a:off x="714375" y="2766968"/>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7B186E7E-5BAD-AF3D-FBBE-17817921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70703" y="0"/>
            <a:ext cx="8226552" cy="68580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9" name="Title 1">
            <a:extLst>
              <a:ext uri="{FF2B5EF4-FFF2-40B4-BE49-F238E27FC236}">
                <a16:creationId xmlns:a16="http://schemas.microsoft.com/office/drawing/2014/main" id="{29F8BB2D-A7E5-DBED-DD20-974C9BE9F2C6}"/>
              </a:ext>
            </a:extLst>
          </p:cNvPr>
          <p:cNvSpPr>
            <a:spLocks noGrp="1"/>
          </p:cNvSpPr>
          <p:nvPr>
            <p:ph type="title"/>
          </p:nvPr>
        </p:nvSpPr>
        <p:spPr>
          <a:xfrm>
            <a:off x="609600" y="685808"/>
            <a:ext cx="2749218" cy="1804827"/>
          </a:xfrm>
          <a:prstGeom prst="rect">
            <a:avLst/>
          </a:prstGeom>
        </p:spPr>
        <p:txBody>
          <a:bodyPr anchor="b">
            <a:noAutofit/>
          </a:bodyPr>
          <a:lstStyle/>
          <a:p>
            <a:r>
              <a:rPr lang="en-US"/>
              <a:t>Click to edit Master title style</a:t>
            </a:r>
          </a:p>
        </p:txBody>
      </p:sp>
      <p:sp>
        <p:nvSpPr>
          <p:cNvPr id="30" name="Content Placeholder 7">
            <a:extLst>
              <a:ext uri="{FF2B5EF4-FFF2-40B4-BE49-F238E27FC236}">
                <a16:creationId xmlns:a16="http://schemas.microsoft.com/office/drawing/2014/main" id="{76BCE583-5400-574C-6116-EFC25C5C41F2}"/>
              </a:ext>
            </a:extLst>
          </p:cNvPr>
          <p:cNvSpPr>
            <a:spLocks noGrp="1"/>
          </p:cNvSpPr>
          <p:nvPr>
            <p:ph sz="quarter" idx="14"/>
          </p:nvPr>
        </p:nvSpPr>
        <p:spPr>
          <a:xfrm>
            <a:off x="609600" y="3043302"/>
            <a:ext cx="2743201" cy="2185833"/>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5">
            <a:extLst>
              <a:ext uri="{FF2B5EF4-FFF2-40B4-BE49-F238E27FC236}">
                <a16:creationId xmlns:a16="http://schemas.microsoft.com/office/drawing/2014/main" id="{EBFDA9C1-7EB7-7B39-28EA-264DE42E317B}"/>
              </a:ext>
            </a:extLst>
          </p:cNvPr>
          <p:cNvSpPr>
            <a:spLocks noGrp="1"/>
          </p:cNvSpPr>
          <p:nvPr>
            <p:ph type="ftr" sz="quarter" idx="11"/>
          </p:nvPr>
        </p:nvSpPr>
        <p:spPr>
          <a:xfrm>
            <a:off x="633567" y="6343955"/>
            <a:ext cx="1430457"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10" name="Date Placeholder 4">
            <a:extLst>
              <a:ext uri="{FF2B5EF4-FFF2-40B4-BE49-F238E27FC236}">
                <a16:creationId xmlns:a16="http://schemas.microsoft.com/office/drawing/2014/main" id="{E3A43207-F6CC-A357-E839-73384BA5E1A8}"/>
              </a:ext>
            </a:extLst>
          </p:cNvPr>
          <p:cNvSpPr>
            <a:spLocks noGrp="1"/>
          </p:cNvSpPr>
          <p:nvPr>
            <p:ph type="dt" sz="half" idx="10"/>
          </p:nvPr>
        </p:nvSpPr>
        <p:spPr>
          <a:xfrm>
            <a:off x="2048207" y="6343955"/>
            <a:ext cx="870392" cy="365125"/>
          </a:xfrm>
          <a:prstGeom prst="rect">
            <a:avLst/>
          </a:prstGeom>
        </p:spPr>
        <p:txBody>
          <a:bodyPr>
            <a:noAutofit/>
          </a:bodyPr>
          <a:lstStyle>
            <a:lvl1pPr>
              <a:defRPr>
                <a:solidFill>
                  <a:schemeClr val="tx1">
                    <a:lumMod val="65000"/>
                    <a:lumOff val="35000"/>
                  </a:schemeClr>
                </a:solidFill>
                <a:effectLst/>
              </a:defRPr>
            </a:lvl1pPr>
          </a:lstStyle>
          <a:p>
            <a:r>
              <a:rPr lang="en-US"/>
              <a:t>20xx</a:t>
            </a:r>
          </a:p>
        </p:txBody>
      </p:sp>
      <p:sp>
        <p:nvSpPr>
          <p:cNvPr id="13" name="Slide Number Placeholder 6">
            <a:extLst>
              <a:ext uri="{FF2B5EF4-FFF2-40B4-BE49-F238E27FC236}">
                <a16:creationId xmlns:a16="http://schemas.microsoft.com/office/drawing/2014/main" id="{B0A25FC7-86D1-3925-E290-26CF68DB5232}"/>
              </a:ext>
            </a:extLst>
          </p:cNvPr>
          <p:cNvSpPr>
            <a:spLocks noGrp="1"/>
          </p:cNvSpPr>
          <p:nvPr>
            <p:ph type="sldNum" sz="quarter" idx="12"/>
          </p:nvPr>
        </p:nvSpPr>
        <p:spPr>
          <a:xfrm>
            <a:off x="2910655" y="6343955"/>
            <a:ext cx="437152"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25" name="Picture Placeholder 13">
            <a:extLst>
              <a:ext uri="{FF2B5EF4-FFF2-40B4-BE49-F238E27FC236}">
                <a16:creationId xmlns:a16="http://schemas.microsoft.com/office/drawing/2014/main" id="{98B25542-4AC6-A316-6C17-7D2226A56805}"/>
              </a:ext>
            </a:extLst>
          </p:cNvPr>
          <p:cNvSpPr>
            <a:spLocks noGrp="1"/>
          </p:cNvSpPr>
          <p:nvPr>
            <p:ph type="pic" sz="quarter" idx="15" hasCustomPrompt="1"/>
          </p:nvPr>
        </p:nvSpPr>
        <p:spPr>
          <a:xfrm>
            <a:off x="4243499" y="269622"/>
            <a:ext cx="7680960" cy="6309360"/>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155151263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87F7D08-392D-7E73-0486-E68DA575A4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4996"/>
            <a:ext cx="12192001" cy="4259781"/>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859868"/>
            <a:ext cx="3635475" cy="1159932"/>
          </a:xfrm>
          <a:prstGeom prst="rect">
            <a:avLst/>
          </a:prstGeom>
        </p:spPr>
        <p:txBody>
          <a:bodyPr anchor="ctr">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4E35383E-CE2A-008E-E1E8-2E0B728D0F92}"/>
              </a:ext>
            </a:extLst>
          </p:cNvPr>
          <p:cNvSpPr>
            <a:spLocks noGrp="1"/>
          </p:cNvSpPr>
          <p:nvPr>
            <p:ph type="pic" sz="quarter" idx="15" hasCustomPrompt="1"/>
          </p:nvPr>
        </p:nvSpPr>
        <p:spPr>
          <a:xfrm>
            <a:off x="275842" y="277993"/>
            <a:ext cx="11640312" cy="3712464"/>
          </a:xfrm>
          <a:blipFill>
            <a:blip r:embed="rId2">
              <a:alphaModFix amt="60000"/>
            </a:blip>
            <a:stretch>
              <a:fillRect/>
            </a:stretch>
          </a:blipFill>
        </p:spPr>
        <p:txBody>
          <a:bodyPr/>
          <a:lstStyle>
            <a:lvl1pPr>
              <a:defRPr/>
            </a:lvl1pPr>
          </a:lstStyle>
          <a:p>
            <a:r>
              <a:rPr lang="en-US"/>
              <a:t> </a:t>
            </a:r>
          </a:p>
        </p:txBody>
      </p:sp>
      <p:cxnSp>
        <p:nvCxnSpPr>
          <p:cNvPr id="4" name="Straight Connector 3">
            <a:extLst>
              <a:ext uri="{FF2B5EF4-FFF2-40B4-BE49-F238E27FC236}">
                <a16:creationId xmlns:a16="http://schemas.microsoft.com/office/drawing/2014/main" id="{B90D005D-712B-494B-56DF-924DDF482030}"/>
              </a:ext>
            </a:extLst>
          </p:cNvPr>
          <p:cNvCxnSpPr>
            <a:cxnSpLocks/>
          </p:cNvCxnSpPr>
          <p:nvPr/>
        </p:nvCxnSpPr>
        <p:spPr>
          <a:xfrm rot="16200000" flipH="1">
            <a:off x="4221480" y="5439835"/>
            <a:ext cx="548640"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43480" y="4859868"/>
            <a:ext cx="6804335" cy="1159932"/>
          </a:xfrm>
        </p:spPr>
        <p:txBody>
          <a:bodyPr vert="horz" lIns="91440" tIns="45720" rIns="91440" bIns="45720" rtlCol="0" anchor="ctr">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57276975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CFC57C7-558E-E972-FC3D-33EA5AE152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0"/>
            <a:ext cx="12192001" cy="31242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862138"/>
            <a:ext cx="3044954" cy="2291441"/>
          </a:xfrm>
          <a:prstGeom prst="rect">
            <a:avLst/>
          </a:prstGeom>
        </p:spPr>
        <p:txBody>
          <a:bodyPr anchor="t">
            <a:noAutofit/>
          </a:bodyPr>
          <a:lstStyle>
            <a:lvl1pPr>
              <a:defRPr sz="3200"/>
            </a:lvl1pPr>
          </a:lstStyle>
          <a:p>
            <a:r>
              <a:rPr lang="en-US"/>
              <a:t>Click to edit Master title style</a:t>
            </a:r>
          </a:p>
        </p:txBody>
      </p:sp>
      <p:sp>
        <p:nvSpPr>
          <p:cNvPr id="12" name="Picture Placeholder 23">
            <a:extLst>
              <a:ext uri="{FF2B5EF4-FFF2-40B4-BE49-F238E27FC236}">
                <a16:creationId xmlns:a16="http://schemas.microsoft.com/office/drawing/2014/main" id="{129E37EC-D646-B8F8-28A4-78B2F3C0ED1A}"/>
              </a:ext>
            </a:extLst>
          </p:cNvPr>
          <p:cNvSpPr>
            <a:spLocks noGrp="1"/>
          </p:cNvSpPr>
          <p:nvPr>
            <p:ph type="pic" sz="quarter" idx="15" hasCustomPrompt="1"/>
          </p:nvPr>
        </p:nvSpPr>
        <p:spPr>
          <a:xfrm>
            <a:off x="275842" y="272796"/>
            <a:ext cx="11640312" cy="2578608"/>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862137"/>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315290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8C59FCA-4A79-A2FA-6580-49E46A3E6E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 y="3733800"/>
            <a:ext cx="12192001" cy="3127248"/>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4" name="Title 1">
            <a:extLst>
              <a:ext uri="{FF2B5EF4-FFF2-40B4-BE49-F238E27FC236}">
                <a16:creationId xmlns:a16="http://schemas.microsoft.com/office/drawing/2014/main" id="{08939F2A-119D-9DB2-839A-5279FDC03B78}"/>
              </a:ext>
            </a:extLst>
          </p:cNvPr>
          <p:cNvSpPr>
            <a:spLocks noGrp="1"/>
          </p:cNvSpPr>
          <p:nvPr>
            <p:ph type="title"/>
          </p:nvPr>
        </p:nvSpPr>
        <p:spPr>
          <a:xfrm>
            <a:off x="612646" y="798095"/>
            <a:ext cx="3044954" cy="2291441"/>
          </a:xfrm>
          <a:prstGeom prst="rect">
            <a:avLst/>
          </a:prstGeom>
        </p:spPr>
        <p:txBody>
          <a:bodyPr anchor="t">
            <a:noAutofit/>
          </a:bodyPr>
          <a:lstStyle>
            <a:lvl1pPr>
              <a:defRPr sz="3200"/>
            </a:lvl1pPr>
          </a:lstStyle>
          <a:p>
            <a:r>
              <a:rPr lang="en-US"/>
              <a:t>Click to edit Master title style</a:t>
            </a:r>
          </a:p>
        </p:txBody>
      </p:sp>
      <p:sp>
        <p:nvSpPr>
          <p:cNvPr id="5" name="Content Placeholder 7">
            <a:extLst>
              <a:ext uri="{FF2B5EF4-FFF2-40B4-BE49-F238E27FC236}">
                <a16:creationId xmlns:a16="http://schemas.microsoft.com/office/drawing/2014/main" id="{2A6D404D-0656-13AC-E54B-1B2AF72DA212}"/>
              </a:ext>
            </a:extLst>
          </p:cNvPr>
          <p:cNvSpPr>
            <a:spLocks noGrp="1"/>
          </p:cNvSpPr>
          <p:nvPr>
            <p:ph sz="quarter" idx="14"/>
          </p:nvPr>
        </p:nvSpPr>
        <p:spPr>
          <a:xfrm>
            <a:off x="4122370" y="798094"/>
            <a:ext cx="7460029" cy="2291442"/>
          </a:xfrm>
        </p:spPr>
        <p:txBody>
          <a:bodyPr vert="horz" lIns="91440" tIns="45720" rIns="91440" bIns="45720" rtlCol="0">
            <a:noAutofit/>
          </a:bodyPr>
          <a:lstStyle>
            <a:lvl1pPr marL="0" indent="0">
              <a:buNone/>
              <a:defRPr lang="en-US" sz="1400"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Date Placeholder 4">
            <a:extLst>
              <a:ext uri="{FF2B5EF4-FFF2-40B4-BE49-F238E27FC236}">
                <a16:creationId xmlns:a16="http://schemas.microsoft.com/office/drawing/2014/main" id="{8460894B-FE88-D983-F7F5-A84B72F3C467}"/>
              </a:ext>
            </a:extLst>
          </p:cNvPr>
          <p:cNvSpPr>
            <a:spLocks noGrp="1"/>
          </p:cNvSpPr>
          <p:nvPr>
            <p:ph type="dt" sz="half" idx="10"/>
          </p:nvPr>
        </p:nvSpPr>
        <p:spPr>
          <a:xfrm>
            <a:off x="612647" y="3295955"/>
            <a:ext cx="2202644" cy="365125"/>
          </a:xfrm>
          <a:prstGeom prst="rect">
            <a:avLst/>
          </a:prstGeom>
        </p:spPr>
        <p:txBody>
          <a:bodyPr/>
          <a:lstStyle/>
          <a:p>
            <a:r>
              <a:rPr lang="en-US"/>
              <a:t>20xx</a:t>
            </a:r>
          </a:p>
        </p:txBody>
      </p:sp>
      <p:sp>
        <p:nvSpPr>
          <p:cNvPr id="34" name="Footer Placeholder 5">
            <a:extLst>
              <a:ext uri="{FF2B5EF4-FFF2-40B4-BE49-F238E27FC236}">
                <a16:creationId xmlns:a16="http://schemas.microsoft.com/office/drawing/2014/main" id="{64575FAD-3BCD-7A5B-92C1-37F78686E8D1}"/>
              </a:ext>
            </a:extLst>
          </p:cNvPr>
          <p:cNvSpPr>
            <a:spLocks noGrp="1"/>
          </p:cNvSpPr>
          <p:nvPr>
            <p:ph type="ftr" sz="quarter" idx="11"/>
          </p:nvPr>
        </p:nvSpPr>
        <p:spPr>
          <a:xfrm>
            <a:off x="4693298" y="3295955"/>
            <a:ext cx="2805405" cy="365125"/>
          </a:xfrm>
          <a:prstGeom prst="rect">
            <a:avLst/>
          </a:prstGeom>
        </p:spPr>
        <p:txBody>
          <a:bodyPr/>
          <a:lstStyle/>
          <a:p>
            <a:r>
              <a:rPr lang="en-US"/>
              <a:t>Sample Footer Text</a:t>
            </a:r>
          </a:p>
        </p:txBody>
      </p:sp>
      <p:sp>
        <p:nvSpPr>
          <p:cNvPr id="35" name="Slide Number Placeholder 6">
            <a:extLst>
              <a:ext uri="{FF2B5EF4-FFF2-40B4-BE49-F238E27FC236}">
                <a16:creationId xmlns:a16="http://schemas.microsoft.com/office/drawing/2014/main" id="{7997EEDC-D1C0-066F-E485-FE93F79A4AB0}"/>
              </a:ext>
            </a:extLst>
          </p:cNvPr>
          <p:cNvSpPr>
            <a:spLocks noGrp="1"/>
          </p:cNvSpPr>
          <p:nvPr>
            <p:ph type="sldNum" sz="quarter" idx="12"/>
          </p:nvPr>
        </p:nvSpPr>
        <p:spPr>
          <a:xfrm>
            <a:off x="11147096" y="3295955"/>
            <a:ext cx="429207" cy="365125"/>
          </a:xfrm>
          <a:prstGeom prst="rect">
            <a:avLst/>
          </a:prstGeom>
        </p:spPr>
        <p:txBody>
          <a:bodyPr/>
          <a:lstStyle/>
          <a:p>
            <a:fld id="{AEAA3239-9EA4-4A65-A281-97F994456D9F}" type="slidenum">
              <a:rPr lang="en-US" smtClean="0"/>
              <a:t>‹#›</a:t>
            </a:fld>
            <a:endParaRPr lang="en-US"/>
          </a:p>
        </p:txBody>
      </p:sp>
      <p:sp>
        <p:nvSpPr>
          <p:cNvPr id="24" name="Picture Placeholder 23">
            <a:extLst>
              <a:ext uri="{FF2B5EF4-FFF2-40B4-BE49-F238E27FC236}">
                <a16:creationId xmlns:a16="http://schemas.microsoft.com/office/drawing/2014/main" id="{AB21FF36-BD72-F91E-1B19-764F89FF709B}"/>
              </a:ext>
            </a:extLst>
          </p:cNvPr>
          <p:cNvSpPr>
            <a:spLocks noGrp="1"/>
          </p:cNvSpPr>
          <p:nvPr>
            <p:ph type="pic" sz="quarter" idx="15" hasCustomPrompt="1"/>
          </p:nvPr>
        </p:nvSpPr>
        <p:spPr>
          <a:xfrm>
            <a:off x="275842" y="4008120"/>
            <a:ext cx="11640312" cy="2578608"/>
          </a:xfrm>
          <a:blipFill>
            <a:blip r:embed="rId2">
              <a:alphaModFix amt="60000"/>
            </a:blip>
            <a:stretch>
              <a:fillRect/>
            </a:stretch>
          </a:blipFill>
        </p:spPr>
        <p:txBody>
          <a:bodyPr/>
          <a:lstStyle>
            <a:lvl1pPr>
              <a:defRPr/>
            </a:lvl1pPr>
          </a:lstStyle>
          <a:p>
            <a:r>
              <a:rPr lang="en-US"/>
              <a:t> </a:t>
            </a:r>
          </a:p>
        </p:txBody>
      </p:sp>
    </p:spTree>
    <p:extLst>
      <p:ext uri="{BB962C8B-B14F-4D97-AF65-F5344CB8AC3E}">
        <p14:creationId xmlns:p14="http://schemas.microsoft.com/office/powerpoint/2010/main" val="277735612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4">
    <p:bg>
      <p:bgPr>
        <a:solidFill>
          <a:schemeClr val="bg2"/>
        </a:solidFill>
        <a:effectLst/>
      </p:bgPr>
    </p:bg>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FB54C44A-A2E0-68DD-0C63-6448965DF7BB}"/>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FCA5B575-5CE1-A472-F5EF-784B83927B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5848" y="2181821"/>
            <a:ext cx="4407408"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15" name="Title 1">
            <a:extLst>
              <a:ext uri="{FF2B5EF4-FFF2-40B4-BE49-F238E27FC236}">
                <a16:creationId xmlns:a16="http://schemas.microsoft.com/office/drawing/2014/main" id="{467DFEA6-9362-A6DE-501A-DE01BA9E8E6D}"/>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4" name="Content Placeholder 7">
            <a:extLst>
              <a:ext uri="{FF2B5EF4-FFF2-40B4-BE49-F238E27FC236}">
                <a16:creationId xmlns:a16="http://schemas.microsoft.com/office/drawing/2014/main" id="{A0577F22-3FDE-BBCC-550E-988B3C31CB15}"/>
              </a:ext>
            </a:extLst>
          </p:cNvPr>
          <p:cNvSpPr>
            <a:spLocks noGrp="1"/>
          </p:cNvSpPr>
          <p:nvPr>
            <p:ph sz="quarter" idx="14"/>
          </p:nvPr>
        </p:nvSpPr>
        <p:spPr>
          <a:xfrm>
            <a:off x="612646"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23">
            <a:extLst>
              <a:ext uri="{FF2B5EF4-FFF2-40B4-BE49-F238E27FC236}">
                <a16:creationId xmlns:a16="http://schemas.microsoft.com/office/drawing/2014/main" id="{2AEC6A7B-DD19-0A7B-1268-1D51DDEF329E}"/>
              </a:ext>
            </a:extLst>
          </p:cNvPr>
          <p:cNvSpPr>
            <a:spLocks noGrp="1"/>
          </p:cNvSpPr>
          <p:nvPr>
            <p:ph type="pic" sz="quarter" idx="18" hasCustomPrompt="1"/>
          </p:nvPr>
        </p:nvSpPr>
        <p:spPr>
          <a:xfrm>
            <a:off x="7440168" y="2478717"/>
            <a:ext cx="3858768" cy="3419856"/>
          </a:xfrm>
          <a:blipFill>
            <a:blip r:embed="rId2">
              <a:alphaModFix amt="60000"/>
            </a:blip>
            <a:stretch>
              <a:fillRect/>
            </a:stretch>
          </a:blipFill>
        </p:spPr>
        <p:txBody>
          <a:bodyPr/>
          <a:lstStyle>
            <a:lvl1pPr>
              <a:defRPr/>
            </a:lvl1pPr>
          </a:lstStyle>
          <a:p>
            <a:r>
              <a:rPr lang="en-US"/>
              <a:t> </a:t>
            </a:r>
          </a:p>
        </p:txBody>
      </p:sp>
      <p:sp>
        <p:nvSpPr>
          <p:cNvPr id="7" name="Date Placeholder 4">
            <a:extLst>
              <a:ext uri="{FF2B5EF4-FFF2-40B4-BE49-F238E27FC236}">
                <a16:creationId xmlns:a16="http://schemas.microsoft.com/office/drawing/2014/main" id="{B9E95395-D89E-0043-F426-2BB8FB0FDAC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1" name="Footer Placeholder 5">
            <a:extLst>
              <a:ext uri="{FF2B5EF4-FFF2-40B4-BE49-F238E27FC236}">
                <a16:creationId xmlns:a16="http://schemas.microsoft.com/office/drawing/2014/main" id="{A91BF2A0-1C9B-2FC0-B3D8-1FE0B288994E}"/>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3" name="Slide Number Placeholder 6">
            <a:extLst>
              <a:ext uri="{FF2B5EF4-FFF2-40B4-BE49-F238E27FC236}">
                <a16:creationId xmlns:a16="http://schemas.microsoft.com/office/drawing/2014/main" id="{DC39D989-0E8D-4F7C-51E7-FE5743D404E4}"/>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97376707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6FCE1F90-615F-9F95-B9AB-58D4A69578F5}"/>
              </a:ext>
            </a:extLst>
          </p:cNvPr>
          <p:cNvCxnSpPr>
            <a:cxnSpLocks/>
          </p:cNvCxnSpPr>
          <p:nvPr userDrawn="1"/>
        </p:nvCxnSpPr>
        <p:spPr>
          <a:xfrm>
            <a:off x="714375" y="1902653"/>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1064172E-92BD-EBA7-48F4-D1248DC72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31024" y="2181821"/>
            <a:ext cx="6442232"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5" name="Title 1">
            <a:extLst>
              <a:ext uri="{FF2B5EF4-FFF2-40B4-BE49-F238E27FC236}">
                <a16:creationId xmlns:a16="http://schemas.microsoft.com/office/drawing/2014/main" id="{B0FDB523-462A-5591-99AE-C3C29FACD139}"/>
              </a:ext>
            </a:extLst>
          </p:cNvPr>
          <p:cNvSpPr>
            <a:spLocks noGrp="1"/>
          </p:cNvSpPr>
          <p:nvPr>
            <p:ph type="title"/>
          </p:nvPr>
        </p:nvSpPr>
        <p:spPr>
          <a:xfrm>
            <a:off x="612647" y="709099"/>
            <a:ext cx="3912880" cy="891101"/>
          </a:xfrm>
          <a:prstGeom prst="rect">
            <a:avLst/>
          </a:prstGeom>
        </p:spPr>
        <p:txBody>
          <a:bodyPr anchor="b">
            <a:noAutofit/>
          </a:bodyPr>
          <a:lstStyle>
            <a:lvl1pPr>
              <a:defRPr sz="3200"/>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2205106"/>
            <a:ext cx="3912880" cy="3967073"/>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23">
            <a:extLst>
              <a:ext uri="{FF2B5EF4-FFF2-40B4-BE49-F238E27FC236}">
                <a16:creationId xmlns:a16="http://schemas.microsoft.com/office/drawing/2014/main" id="{43BD8E09-1E6C-A8B9-C809-7F1D27D0FD6A}"/>
              </a:ext>
            </a:extLst>
          </p:cNvPr>
          <p:cNvSpPr>
            <a:spLocks noGrp="1"/>
          </p:cNvSpPr>
          <p:nvPr>
            <p:ph type="pic" sz="quarter" idx="18" hasCustomPrompt="1"/>
          </p:nvPr>
        </p:nvSpPr>
        <p:spPr>
          <a:xfrm>
            <a:off x="5403200" y="2478717"/>
            <a:ext cx="5897880" cy="3419856"/>
          </a:xfrm>
          <a:blipFill>
            <a:blip r:embed="rId2">
              <a:alphaModFix amt="60000"/>
            </a:blip>
            <a:stretch>
              <a:fillRect/>
            </a:stretch>
          </a:blipFill>
        </p:spPr>
        <p:txBody>
          <a:bodyPr/>
          <a:lstStyle>
            <a:lvl1pPr>
              <a:defRPr/>
            </a:lvl1pPr>
          </a:lstStyle>
          <a:p>
            <a:r>
              <a:rPr lang="en-US"/>
              <a:t> </a:t>
            </a:r>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a:prstGeom prst="rect">
            <a:avLst/>
          </a:prstGeom>
        </p:spPr>
        <p:txBody>
          <a:bodyPr>
            <a:noAutofit/>
          </a:bodyPr>
          <a:lstStyle/>
          <a:p>
            <a:r>
              <a:rPr lang="en-US"/>
              <a:t>Sample Footer Text</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a:prstGeom prst="rect">
            <a:avLst/>
          </a:prstGeom>
        </p:spPr>
        <p:txBody>
          <a:bodyPr>
            <a:noAutofit/>
          </a:bodyPr>
          <a:lstStyle/>
          <a:p>
            <a:r>
              <a:rPr lang="en-US"/>
              <a:t>20xx</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75542923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CF6E978-0239-0091-232E-1AFEC0C5FFD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181821"/>
            <a:ext cx="4304620" cy="3967079"/>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99D44447-F033-C9CE-67C6-019549965081}"/>
              </a:ext>
            </a:extLst>
          </p:cNvPr>
          <p:cNvSpPr>
            <a:spLocks noGrp="1"/>
          </p:cNvSpPr>
          <p:nvPr>
            <p:ph type="title"/>
          </p:nvPr>
        </p:nvSpPr>
        <p:spPr>
          <a:xfrm>
            <a:off x="612647" y="709099"/>
            <a:ext cx="10963656" cy="891101"/>
          </a:xfrm>
          <a:prstGeom prst="rect">
            <a:avLst/>
          </a:prstGeom>
        </p:spPr>
        <p:txBody>
          <a:bodyPr anchor="b">
            <a:noAutofit/>
          </a:bodyPr>
          <a:lstStyle>
            <a:lvl1pPr>
              <a:defRPr sz="3200"/>
            </a:lvl1pPr>
          </a:lstStyle>
          <a:p>
            <a:r>
              <a:rPr lang="en-US"/>
              <a:t>Click to edit Master title style</a:t>
            </a:r>
          </a:p>
        </p:txBody>
      </p:sp>
      <p:sp>
        <p:nvSpPr>
          <p:cNvPr id="11" name="Picture Placeholder 23">
            <a:extLst>
              <a:ext uri="{FF2B5EF4-FFF2-40B4-BE49-F238E27FC236}">
                <a16:creationId xmlns:a16="http://schemas.microsoft.com/office/drawing/2014/main" id="{2635C552-0ED9-A459-F18A-3CDED20E5BE3}"/>
              </a:ext>
            </a:extLst>
          </p:cNvPr>
          <p:cNvSpPr>
            <a:spLocks noGrp="1"/>
          </p:cNvSpPr>
          <p:nvPr>
            <p:ph type="pic" sz="quarter" idx="18" hasCustomPrompt="1"/>
          </p:nvPr>
        </p:nvSpPr>
        <p:spPr>
          <a:xfrm>
            <a:off x="987593" y="2455432"/>
            <a:ext cx="3758184" cy="3419856"/>
          </a:xfrm>
          <a:blipFill>
            <a:blip r:embed="rId2">
              <a:alphaModFix amt="60000"/>
            </a:blip>
            <a:stretch>
              <a:fillRect/>
            </a:stretch>
          </a:blipFill>
        </p:spPr>
        <p:txBody>
          <a:bodyPr/>
          <a:lstStyle>
            <a:lvl1pPr>
              <a:defRPr/>
            </a:lvl1pPr>
          </a:lstStyle>
          <a:p>
            <a:r>
              <a:rPr lang="en-US"/>
              <a:t> </a:t>
            </a:r>
          </a:p>
        </p:txBody>
      </p:sp>
      <p:sp>
        <p:nvSpPr>
          <p:cNvPr id="12" name="Content Placeholder 7">
            <a:extLst>
              <a:ext uri="{FF2B5EF4-FFF2-40B4-BE49-F238E27FC236}">
                <a16:creationId xmlns:a16="http://schemas.microsoft.com/office/drawing/2014/main" id="{9488295D-6787-D840-9DD4-495F1F086107}"/>
              </a:ext>
            </a:extLst>
          </p:cNvPr>
          <p:cNvSpPr>
            <a:spLocks noGrp="1"/>
          </p:cNvSpPr>
          <p:nvPr>
            <p:ph sz="quarter" idx="14"/>
          </p:nvPr>
        </p:nvSpPr>
        <p:spPr>
          <a:xfrm>
            <a:off x="5635749" y="2205106"/>
            <a:ext cx="5940554" cy="3967079"/>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Date Placeholder 4">
            <a:extLst>
              <a:ext uri="{FF2B5EF4-FFF2-40B4-BE49-F238E27FC236}">
                <a16:creationId xmlns:a16="http://schemas.microsoft.com/office/drawing/2014/main" id="{44C833D8-E0E9-C749-0443-2B06F6DE03FC}"/>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15" name="Footer Placeholder 5">
            <a:extLst>
              <a:ext uri="{FF2B5EF4-FFF2-40B4-BE49-F238E27FC236}">
                <a16:creationId xmlns:a16="http://schemas.microsoft.com/office/drawing/2014/main" id="{ACAE9DFF-C773-D714-0C09-80240DE19FAF}"/>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16" name="Slide Number Placeholder 6">
            <a:extLst>
              <a:ext uri="{FF2B5EF4-FFF2-40B4-BE49-F238E27FC236}">
                <a16:creationId xmlns:a16="http://schemas.microsoft.com/office/drawing/2014/main" id="{339D6C62-B024-DF78-9414-D350E282202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4696798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BE966A3D-9E5F-3C1B-B9EC-73F3340D5D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4768976"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C502CF0E-9C51-830C-CEDE-80A5D47BD90C}"/>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2" name="Picture Placeholder 11">
            <a:extLst>
              <a:ext uri="{FF2B5EF4-FFF2-40B4-BE49-F238E27FC236}">
                <a16:creationId xmlns:a16="http://schemas.microsoft.com/office/drawing/2014/main" id="{64BAD4E0-57C4-108C-9E27-5EAD1A833249}"/>
              </a:ext>
            </a:extLst>
          </p:cNvPr>
          <p:cNvSpPr>
            <a:spLocks noGrp="1"/>
          </p:cNvSpPr>
          <p:nvPr>
            <p:ph type="pic" sz="quarter" idx="15" hasCustomPrompt="1"/>
          </p:nvPr>
        </p:nvSpPr>
        <p:spPr>
          <a:xfrm>
            <a:off x="986599" y="2480792"/>
            <a:ext cx="4224528" cy="3392424"/>
          </a:xfrm>
          <a:blipFill>
            <a:blip r:embed="rId2">
              <a:alphaModFix amt="60000"/>
            </a:blip>
            <a:stretch>
              <a:fillRect/>
            </a:stretch>
          </a:blipFill>
        </p:spPr>
        <p:txBody>
          <a:bodyPr/>
          <a:lstStyle>
            <a:lvl1pPr>
              <a:defRPr/>
            </a:lvl1pPr>
          </a:lstStyle>
          <a:p>
            <a:r>
              <a:rPr lang="en-US"/>
              <a:t> </a:t>
            </a:r>
          </a:p>
        </p:txBody>
      </p:sp>
      <p:sp>
        <p:nvSpPr>
          <p:cNvPr id="3" name="Content Placeholder 7">
            <a:extLst>
              <a:ext uri="{FF2B5EF4-FFF2-40B4-BE49-F238E27FC236}">
                <a16:creationId xmlns:a16="http://schemas.microsoft.com/office/drawing/2014/main" id="{982AE6CE-D2D4-2329-86C0-F9C45831470E}"/>
              </a:ext>
            </a:extLst>
          </p:cNvPr>
          <p:cNvSpPr>
            <a:spLocks noGrp="1"/>
          </p:cNvSpPr>
          <p:nvPr>
            <p:ph sz="quarter" idx="14"/>
          </p:nvPr>
        </p:nvSpPr>
        <p:spPr>
          <a:xfrm>
            <a:off x="6095999" y="732155"/>
            <a:ext cx="5486401" cy="5405377"/>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93221343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3C5B3841-4258-5EBB-78B0-8DBB8BA824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4375" y="2205106"/>
            <a:ext cx="3854577" cy="3943796"/>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0" name="Title 1">
            <a:extLst>
              <a:ext uri="{FF2B5EF4-FFF2-40B4-BE49-F238E27FC236}">
                <a16:creationId xmlns:a16="http://schemas.microsoft.com/office/drawing/2014/main" id="{B6A14BD6-3E7F-C8A6-3ED2-DC935EEEEEE0}"/>
              </a:ext>
            </a:extLst>
          </p:cNvPr>
          <p:cNvSpPr>
            <a:spLocks noGrp="1"/>
          </p:cNvSpPr>
          <p:nvPr>
            <p:ph type="title"/>
          </p:nvPr>
        </p:nvSpPr>
        <p:spPr>
          <a:xfrm>
            <a:off x="612647" y="709099"/>
            <a:ext cx="3956305" cy="891101"/>
          </a:xfrm>
          <a:prstGeom prst="rect">
            <a:avLst/>
          </a:prstGeom>
        </p:spPr>
        <p:txBody>
          <a:bodyPr anchor="b">
            <a:noAutofit/>
          </a:bodyPr>
          <a:lstStyle>
            <a:lvl1pPr>
              <a:defRPr sz="3200"/>
            </a:lvl1pPr>
          </a:lstStyle>
          <a:p>
            <a:r>
              <a:rPr lang="en-US"/>
              <a:t>Click to edit Master title style</a:t>
            </a:r>
          </a:p>
        </p:txBody>
      </p:sp>
      <p:sp>
        <p:nvSpPr>
          <p:cNvPr id="14" name="Picture Placeholder 13">
            <a:extLst>
              <a:ext uri="{FF2B5EF4-FFF2-40B4-BE49-F238E27FC236}">
                <a16:creationId xmlns:a16="http://schemas.microsoft.com/office/drawing/2014/main" id="{21767FCA-DB6F-605F-8C30-6399DF325E09}"/>
              </a:ext>
            </a:extLst>
          </p:cNvPr>
          <p:cNvSpPr>
            <a:spLocks noGrp="1"/>
          </p:cNvSpPr>
          <p:nvPr>
            <p:ph type="pic" sz="quarter" idx="15" hasCustomPrompt="1"/>
          </p:nvPr>
        </p:nvSpPr>
        <p:spPr>
          <a:xfrm>
            <a:off x="988695" y="2480792"/>
            <a:ext cx="3310128" cy="3392424"/>
          </a:xfrm>
          <a:blipFill>
            <a:blip r:embed="rId2">
              <a:alphaModFix amt="60000"/>
            </a:blip>
            <a:stretch>
              <a:fillRect/>
            </a:stretch>
          </a:blipFill>
        </p:spPr>
        <p:txBody>
          <a:bodyPr/>
          <a:lstStyle>
            <a:lvl1pPr>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5181600" y="709098"/>
            <a:ext cx="6394704" cy="5439805"/>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326817797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Pr>
        <a:solidFill>
          <a:schemeClr val="tx2"/>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63C60B43-3F02-3807-6E46-2B1B4C989A37}"/>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10" name="Rectangle 9">
              <a:extLst>
                <a:ext uri="{FF2B5EF4-FFF2-40B4-BE49-F238E27FC236}">
                  <a16:creationId xmlns:a16="http://schemas.microsoft.com/office/drawing/2014/main" id="{DF27A944-872A-E8C8-8FC2-88B5F89140A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A70AFD51-4B4D-0743-F50D-5DA14EC3395E}"/>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2" name="Group 11">
                <a:extLst>
                  <a:ext uri="{FF2B5EF4-FFF2-40B4-BE49-F238E27FC236}">
                    <a16:creationId xmlns:a16="http://schemas.microsoft.com/office/drawing/2014/main" id="{E0878CA7-F6BC-3D54-9B31-0D36C99C9C9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7" name="Freeform 68">
                  <a:extLst>
                    <a:ext uri="{FF2B5EF4-FFF2-40B4-BE49-F238E27FC236}">
                      <a16:creationId xmlns:a16="http://schemas.microsoft.com/office/drawing/2014/main" id="{70D6BE5D-D14F-F86C-1B5D-DF11BCBBBF2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0B935B11-11F9-F9FC-984C-B97E8C740D6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BE8CD0AC-752A-36C8-B3D7-C2498B3605F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3" name="Group 12">
                <a:extLst>
                  <a:ext uri="{FF2B5EF4-FFF2-40B4-BE49-F238E27FC236}">
                    <a16:creationId xmlns:a16="http://schemas.microsoft.com/office/drawing/2014/main" id="{61EB58C7-3472-9645-303A-C65C14123FC0}"/>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4" name="Freeform 68">
                  <a:extLst>
                    <a:ext uri="{FF2B5EF4-FFF2-40B4-BE49-F238E27FC236}">
                      <a16:creationId xmlns:a16="http://schemas.microsoft.com/office/drawing/2014/main" id="{A6A0616B-8873-18F1-6B0F-49D27CB1CF1D}"/>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2415C0C-C484-F133-E62B-AF2C09A1A3D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Line 70">
                  <a:extLst>
                    <a:ext uri="{FF2B5EF4-FFF2-40B4-BE49-F238E27FC236}">
                      <a16:creationId xmlns:a16="http://schemas.microsoft.com/office/drawing/2014/main" id="{9AC31EC2-05CF-F921-C115-C93D2D5D3CC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grpSp>
        <p:nvGrpSpPr>
          <p:cNvPr id="20" name="Group 19">
            <a:extLst>
              <a:ext uri="{FF2B5EF4-FFF2-40B4-BE49-F238E27FC236}">
                <a16:creationId xmlns:a16="http://schemas.microsoft.com/office/drawing/2014/main" id="{2DB1D249-E32E-CA54-2B0E-07373055B0A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4987925" y="5634038"/>
            <a:ext cx="2216150" cy="1177924"/>
            <a:chOff x="4987925" y="2840038"/>
            <a:chExt cx="2216150" cy="1177924"/>
          </a:xfrm>
        </p:grpSpPr>
        <p:sp>
          <p:nvSpPr>
            <p:cNvPr id="21" name="Rectangle 20">
              <a:extLst>
                <a:ext uri="{FF2B5EF4-FFF2-40B4-BE49-F238E27FC236}">
                  <a16:creationId xmlns:a16="http://schemas.microsoft.com/office/drawing/2014/main" id="{3151709B-660C-1490-E355-0D6EFA8B231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F9006C11-A305-CB26-F3C9-F793404FAFE5}"/>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23" name="Group 22">
                <a:extLst>
                  <a:ext uri="{FF2B5EF4-FFF2-40B4-BE49-F238E27FC236}">
                    <a16:creationId xmlns:a16="http://schemas.microsoft.com/office/drawing/2014/main" id="{62141B28-A487-DAF4-07D7-398EEC73292B}"/>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28" name="Freeform 68">
                  <a:extLst>
                    <a:ext uri="{FF2B5EF4-FFF2-40B4-BE49-F238E27FC236}">
                      <a16:creationId xmlns:a16="http://schemas.microsoft.com/office/drawing/2014/main" id="{08544E82-7C10-6056-96F9-890D2031871B}"/>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5B3767EA-BEDF-6F5A-3F2A-63110758F79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0" name="Line 70">
                  <a:extLst>
                    <a:ext uri="{FF2B5EF4-FFF2-40B4-BE49-F238E27FC236}">
                      <a16:creationId xmlns:a16="http://schemas.microsoft.com/office/drawing/2014/main" id="{894D12DF-C2FB-ECB1-D126-DE70BD138938}"/>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4" name="Group 23">
                <a:extLst>
                  <a:ext uri="{FF2B5EF4-FFF2-40B4-BE49-F238E27FC236}">
                    <a16:creationId xmlns:a16="http://schemas.microsoft.com/office/drawing/2014/main" id="{EB321FA9-CD00-E340-DF3A-DF2F6056D22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25" name="Freeform 68">
                  <a:extLst>
                    <a:ext uri="{FF2B5EF4-FFF2-40B4-BE49-F238E27FC236}">
                      <a16:creationId xmlns:a16="http://schemas.microsoft.com/office/drawing/2014/main" id="{7F442571-8A8E-F056-8120-0A7166739E3A}"/>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6" name="Freeform 69">
                  <a:extLst>
                    <a:ext uri="{FF2B5EF4-FFF2-40B4-BE49-F238E27FC236}">
                      <a16:creationId xmlns:a16="http://schemas.microsoft.com/office/drawing/2014/main" id="{90B1B727-221D-4181-A364-D5B709E701A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Line 70">
                  <a:extLst>
                    <a:ext uri="{FF2B5EF4-FFF2-40B4-BE49-F238E27FC236}">
                      <a16:creationId xmlns:a16="http://schemas.microsoft.com/office/drawing/2014/main" id="{675BA8D2-1FF0-72E0-6BB5-84E882FF72B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6" name="Title 1">
            <a:extLst>
              <a:ext uri="{FF2B5EF4-FFF2-40B4-BE49-F238E27FC236}">
                <a16:creationId xmlns:a16="http://schemas.microsoft.com/office/drawing/2014/main" id="{A180BF33-C99D-1A4A-5974-7053CE7E7482}"/>
              </a:ext>
            </a:extLst>
          </p:cNvPr>
          <p:cNvSpPr>
            <a:spLocks noGrp="1"/>
          </p:cNvSpPr>
          <p:nvPr>
            <p:ph type="title"/>
          </p:nvPr>
        </p:nvSpPr>
        <p:spPr>
          <a:xfrm>
            <a:off x="1524001" y="4893732"/>
            <a:ext cx="9144000" cy="822013"/>
          </a:xfrm>
          <a:prstGeom prst="rect">
            <a:avLst/>
          </a:prstGeom>
        </p:spPr>
        <p:txBody>
          <a:bodyPr anchor="t">
            <a:noAutofit/>
          </a:bodyPr>
          <a:lstStyle>
            <a:lvl1pPr algn="ctr">
              <a:lnSpc>
                <a:spcPct val="110000"/>
              </a:lnSpc>
              <a:defRPr sz="1800" b="0" i="0">
                <a:solidFill>
                  <a:schemeClr val="bg1">
                    <a:lumMod val="75000"/>
                    <a:lumOff val="25000"/>
                  </a:schemeClr>
                </a:solidFill>
                <a:latin typeface="+mn-lt"/>
              </a:defRPr>
            </a:lvl1pPr>
          </a:lstStyle>
          <a:p>
            <a:r>
              <a:rPr lang="en-US"/>
              <a:t>Click to edit Master title style</a:t>
            </a:r>
          </a:p>
        </p:txBody>
      </p:sp>
      <p:sp>
        <p:nvSpPr>
          <p:cNvPr id="8" name="Content Placeholder 6">
            <a:extLst>
              <a:ext uri="{FF2B5EF4-FFF2-40B4-BE49-F238E27FC236}">
                <a16:creationId xmlns:a16="http://schemas.microsoft.com/office/drawing/2014/main" id="{63DD70A9-B50E-61D0-C634-34E20A3D422B}"/>
              </a:ext>
            </a:extLst>
          </p:cNvPr>
          <p:cNvSpPr>
            <a:spLocks noGrp="1"/>
          </p:cNvSpPr>
          <p:nvPr>
            <p:ph sz="quarter" idx="13" hasCustomPrompt="1"/>
          </p:nvPr>
        </p:nvSpPr>
        <p:spPr>
          <a:xfrm>
            <a:off x="1524001" y="1107047"/>
            <a:ext cx="9144000" cy="3660809"/>
          </a:xfrm>
        </p:spPr>
        <p:txBody>
          <a:bodyPr anchor="b">
            <a:noAutofit/>
          </a:bodyPr>
          <a:lstStyle>
            <a:lvl1pPr marL="0" indent="0" algn="ctr">
              <a:lnSpc>
                <a:spcPct val="90000"/>
              </a:lnSpc>
              <a:buNone/>
              <a:defRPr sz="23000" b="0">
                <a:solidFill>
                  <a:schemeClr val="bg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8229600"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884773095"/>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46C6E13-5F92-0B54-E552-A8E8EA32109D}"/>
              </a:ext>
            </a:extLst>
          </p:cNvPr>
          <p:cNvGrpSpPr/>
          <p:nvPr/>
        </p:nvGrpSpPr>
        <p:grpSpPr>
          <a:xfrm flipH="1">
            <a:off x="8353425" y="531607"/>
            <a:ext cx="3838575" cy="6520778"/>
            <a:chOff x="192855" y="531607"/>
            <a:chExt cx="3838575" cy="6520778"/>
          </a:xfrm>
        </p:grpSpPr>
        <p:grpSp>
          <p:nvGrpSpPr>
            <p:cNvPr id="8" name="Group 7">
              <a:extLst>
                <a:ext uri="{FF2B5EF4-FFF2-40B4-BE49-F238E27FC236}">
                  <a16:creationId xmlns:a16="http://schemas.microsoft.com/office/drawing/2014/main" id="{581DD79D-1CEE-4719-00FE-4FD53EA315E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883418" y="-158956"/>
              <a:ext cx="2457450" cy="3838575"/>
              <a:chOff x="587376" y="280988"/>
              <a:chExt cx="2457450" cy="3838575"/>
            </a:xfrm>
          </p:grpSpPr>
          <p:sp>
            <p:nvSpPr>
              <p:cNvPr id="32" name="Freeform 64">
                <a:extLst>
                  <a:ext uri="{FF2B5EF4-FFF2-40B4-BE49-F238E27FC236}">
                    <a16:creationId xmlns:a16="http://schemas.microsoft.com/office/drawing/2014/main" id="{63458FA5-D071-3A46-EB12-8B6C8D6396A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3" name="Freeform 81">
                <a:extLst>
                  <a:ext uri="{FF2B5EF4-FFF2-40B4-BE49-F238E27FC236}">
                    <a16:creationId xmlns:a16="http://schemas.microsoft.com/office/drawing/2014/main" id="{4DD1D754-B9F5-6269-D3E0-3703961659F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4" name="Freeform 61">
                <a:extLst>
                  <a:ext uri="{FF2B5EF4-FFF2-40B4-BE49-F238E27FC236}">
                    <a16:creationId xmlns:a16="http://schemas.microsoft.com/office/drawing/2014/main" id="{F3A3D4E7-3A71-4AB8-FB08-8CEDD527A72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34">
                <a:extLst>
                  <a:ext uri="{FF2B5EF4-FFF2-40B4-BE49-F238E27FC236}">
                    <a16:creationId xmlns:a16="http://schemas.microsoft.com/office/drawing/2014/main" id="{497067EC-F598-B7C7-88F4-2F57F6D874A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6" name="Freeform 84">
                <a:extLst>
                  <a:ext uri="{FF2B5EF4-FFF2-40B4-BE49-F238E27FC236}">
                    <a16:creationId xmlns:a16="http://schemas.microsoft.com/office/drawing/2014/main" id="{1A115B41-BE53-1781-C3A0-8F7DBB6CF7F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7" name="Freeform 87">
                <a:extLst>
                  <a:ext uri="{FF2B5EF4-FFF2-40B4-BE49-F238E27FC236}">
                    <a16:creationId xmlns:a16="http://schemas.microsoft.com/office/drawing/2014/main" id="{AD9F9AC4-59AA-3FED-EB58-ABCC8422A50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8" name="Freeform 60">
                <a:extLst>
                  <a:ext uri="{FF2B5EF4-FFF2-40B4-BE49-F238E27FC236}">
                    <a16:creationId xmlns:a16="http://schemas.microsoft.com/office/drawing/2014/main" id="{5C39FA36-DD8A-A8AF-995B-FEB1B81928A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9" name="Freeform 59">
                <a:extLst>
                  <a:ext uri="{FF2B5EF4-FFF2-40B4-BE49-F238E27FC236}">
                    <a16:creationId xmlns:a16="http://schemas.microsoft.com/office/drawing/2014/main" id="{0435A07F-ABFF-DBCD-9D6E-B060E78839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0" name="Freeform 62">
                <a:extLst>
                  <a:ext uri="{FF2B5EF4-FFF2-40B4-BE49-F238E27FC236}">
                    <a16:creationId xmlns:a16="http://schemas.microsoft.com/office/drawing/2014/main" id="{F61ED471-E9B3-E6FF-4DA3-8663BAB6BBA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1" name="Freeform 65">
                <a:extLst>
                  <a:ext uri="{FF2B5EF4-FFF2-40B4-BE49-F238E27FC236}">
                    <a16:creationId xmlns:a16="http://schemas.microsoft.com/office/drawing/2014/main" id="{66D48908-5C19-CE7C-FB3B-E55D124BE81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2" name="Freeform 79">
                <a:extLst>
                  <a:ext uri="{FF2B5EF4-FFF2-40B4-BE49-F238E27FC236}">
                    <a16:creationId xmlns:a16="http://schemas.microsoft.com/office/drawing/2014/main" id="{9EBA239B-B2C2-C1D7-42F7-BB50522E1C1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82">
                <a:extLst>
                  <a:ext uri="{FF2B5EF4-FFF2-40B4-BE49-F238E27FC236}">
                    <a16:creationId xmlns:a16="http://schemas.microsoft.com/office/drawing/2014/main" id="{7311065F-4C49-B37C-B6F2-EF021666B0A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4" name="Freeform 85">
                <a:extLst>
                  <a:ext uri="{FF2B5EF4-FFF2-40B4-BE49-F238E27FC236}">
                    <a16:creationId xmlns:a16="http://schemas.microsoft.com/office/drawing/2014/main" id="{EADE6C0A-9B31-463A-DC31-450FBFB0EA8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45" name="Freeform 44">
                <a:extLst>
                  <a:ext uri="{FF2B5EF4-FFF2-40B4-BE49-F238E27FC236}">
                    <a16:creationId xmlns:a16="http://schemas.microsoft.com/office/drawing/2014/main" id="{715F916F-BDD7-938C-7F9F-15FA32E2E2C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46" name="Group 45">
                <a:extLst>
                  <a:ext uri="{FF2B5EF4-FFF2-40B4-BE49-F238E27FC236}">
                    <a16:creationId xmlns:a16="http://schemas.microsoft.com/office/drawing/2014/main" id="{A17F0837-6401-508D-9D16-AC64526C93F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47" name="Line 63">
                  <a:extLst>
                    <a:ext uri="{FF2B5EF4-FFF2-40B4-BE49-F238E27FC236}">
                      <a16:creationId xmlns:a16="http://schemas.microsoft.com/office/drawing/2014/main" id="{201E24E4-9DA0-20F2-7AE3-5DA927CDF4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8" name="Line 66">
                  <a:extLst>
                    <a:ext uri="{FF2B5EF4-FFF2-40B4-BE49-F238E27FC236}">
                      <a16:creationId xmlns:a16="http://schemas.microsoft.com/office/drawing/2014/main" id="{F0D81B78-2590-5FE2-3E72-AED10BB9C81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49" name="Line 67">
                  <a:extLst>
                    <a:ext uri="{FF2B5EF4-FFF2-40B4-BE49-F238E27FC236}">
                      <a16:creationId xmlns:a16="http://schemas.microsoft.com/office/drawing/2014/main" id="{1B0E3C51-648E-EED1-D8E4-5C1A83A7935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0" name="Line 80">
                  <a:extLst>
                    <a:ext uri="{FF2B5EF4-FFF2-40B4-BE49-F238E27FC236}">
                      <a16:creationId xmlns:a16="http://schemas.microsoft.com/office/drawing/2014/main" id="{B63F0A42-E73B-9C27-C8AC-5862ECD9A91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1" name="Line 83">
                  <a:extLst>
                    <a:ext uri="{FF2B5EF4-FFF2-40B4-BE49-F238E27FC236}">
                      <a16:creationId xmlns:a16="http://schemas.microsoft.com/office/drawing/2014/main" id="{CFD7B0F1-6021-5D68-851A-183A3606E5C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2" name="Line 86">
                  <a:extLst>
                    <a:ext uri="{FF2B5EF4-FFF2-40B4-BE49-F238E27FC236}">
                      <a16:creationId xmlns:a16="http://schemas.microsoft.com/office/drawing/2014/main" id="{E63766C1-D1F5-CD70-020F-548E1994760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3" name="Line 89">
                  <a:extLst>
                    <a:ext uri="{FF2B5EF4-FFF2-40B4-BE49-F238E27FC236}">
                      <a16:creationId xmlns:a16="http://schemas.microsoft.com/office/drawing/2014/main" id="{9A7C8B71-FD3E-CF93-F909-DC78EB1BFE1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2A83BBBA-0866-8DA7-4C6B-39E5341383F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V="1">
              <a:off x="917093" y="3213810"/>
              <a:ext cx="2457450" cy="3838575"/>
              <a:chOff x="587376" y="280988"/>
              <a:chExt cx="2457450" cy="3838575"/>
            </a:xfrm>
          </p:grpSpPr>
          <p:sp>
            <p:nvSpPr>
              <p:cNvPr id="10" name="Freeform 64">
                <a:extLst>
                  <a:ext uri="{FF2B5EF4-FFF2-40B4-BE49-F238E27FC236}">
                    <a16:creationId xmlns:a16="http://schemas.microsoft.com/office/drawing/2014/main" id="{55F21049-C8CB-1413-A3F0-41A22AF2A75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443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81">
                <a:extLst>
                  <a:ext uri="{FF2B5EF4-FFF2-40B4-BE49-F238E27FC236}">
                    <a16:creationId xmlns:a16="http://schemas.microsoft.com/office/drawing/2014/main" id="{173F64F1-9A9D-BC7E-B0A0-971F0F0F14B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205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2" name="Freeform 61">
                <a:extLst>
                  <a:ext uri="{FF2B5EF4-FFF2-40B4-BE49-F238E27FC236}">
                    <a16:creationId xmlns:a16="http://schemas.microsoft.com/office/drawing/2014/main" id="{B25A2E7D-3D32-4BB9-A01F-1F77476D5EA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78">
                <a:extLst>
                  <a:ext uri="{FF2B5EF4-FFF2-40B4-BE49-F238E27FC236}">
                    <a16:creationId xmlns:a16="http://schemas.microsoft.com/office/drawing/2014/main" id="{BD1373BC-8861-74A9-F90B-6D147FAB44F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84">
                <a:extLst>
                  <a:ext uri="{FF2B5EF4-FFF2-40B4-BE49-F238E27FC236}">
                    <a16:creationId xmlns:a16="http://schemas.microsoft.com/office/drawing/2014/main" id="{1D0F6C7E-8186-9BA9-C089-F165E186A2D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90575"/>
              </a:xfrm>
              <a:custGeom>
                <a:avLst/>
                <a:gdLst>
                  <a:gd name="T0" fmla="*/ 95 w 258"/>
                  <a:gd name="T1" fmla="*/ 132 h 166"/>
                  <a:gd name="T2" fmla="*/ 258 w 258"/>
                  <a:gd name="T3" fmla="*/ 149 h 166"/>
                  <a:gd name="T4" fmla="*/ 0 w 258"/>
                  <a:gd name="T5" fmla="*/ 0 h 166"/>
                  <a:gd name="T6" fmla="*/ 95 w 258"/>
                  <a:gd name="T7" fmla="*/ 132 h 166"/>
                </a:gdLst>
                <a:ahLst/>
                <a:cxnLst>
                  <a:cxn ang="0">
                    <a:pos x="T0" y="T1"/>
                  </a:cxn>
                  <a:cxn ang="0">
                    <a:pos x="T2" y="T3"/>
                  </a:cxn>
                  <a:cxn ang="0">
                    <a:pos x="T4" y="T5"/>
                  </a:cxn>
                  <a:cxn ang="0">
                    <a:pos x="T6" y="T7"/>
                  </a:cxn>
                </a:cxnLst>
                <a:rect l="0" t="0" r="r" b="b"/>
                <a:pathLst>
                  <a:path w="258" h="166">
                    <a:moveTo>
                      <a:pt x="95" y="132"/>
                    </a:moveTo>
                    <a:cubicBezTo>
                      <a:pt x="147" y="162"/>
                      <a:pt x="206" y="166"/>
                      <a:pt x="258" y="149"/>
                    </a:cubicBezTo>
                    <a:cubicBezTo>
                      <a:pt x="0" y="0"/>
                      <a:pt x="0" y="0"/>
                      <a:pt x="0" y="0"/>
                    </a:cubicBezTo>
                    <a:cubicBezTo>
                      <a:pt x="11" y="54"/>
                      <a:pt x="44" y="102"/>
                      <a:pt x="95"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87">
                <a:extLst>
                  <a:ext uri="{FF2B5EF4-FFF2-40B4-BE49-F238E27FC236}">
                    <a16:creationId xmlns:a16="http://schemas.microsoft.com/office/drawing/2014/main" id="{359F8A83-D46B-F8FF-DC7C-3C04DCA8FFF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967038"/>
                <a:ext cx="1228725" cy="790575"/>
              </a:xfrm>
              <a:custGeom>
                <a:avLst/>
                <a:gdLst>
                  <a:gd name="T0" fmla="*/ 162 w 258"/>
                  <a:gd name="T1" fmla="*/ 132 h 166"/>
                  <a:gd name="T2" fmla="*/ 258 w 258"/>
                  <a:gd name="T3" fmla="*/ 0 h 166"/>
                  <a:gd name="T4" fmla="*/ 0 w 258"/>
                  <a:gd name="T5" fmla="*/ 149 h 166"/>
                  <a:gd name="T6" fmla="*/ 162 w 258"/>
                  <a:gd name="T7" fmla="*/ 132 h 166"/>
                </a:gdLst>
                <a:ahLst/>
                <a:cxnLst>
                  <a:cxn ang="0">
                    <a:pos x="T0" y="T1"/>
                  </a:cxn>
                  <a:cxn ang="0">
                    <a:pos x="T2" y="T3"/>
                  </a:cxn>
                  <a:cxn ang="0">
                    <a:pos x="T4" y="T5"/>
                  </a:cxn>
                  <a:cxn ang="0">
                    <a:pos x="T6" y="T7"/>
                  </a:cxn>
                </a:cxnLst>
                <a:rect l="0" t="0" r="r" b="b"/>
                <a:pathLst>
                  <a:path w="258" h="166">
                    <a:moveTo>
                      <a:pt x="162" y="132"/>
                    </a:moveTo>
                    <a:cubicBezTo>
                      <a:pt x="214" y="102"/>
                      <a:pt x="247" y="54"/>
                      <a:pt x="258" y="0"/>
                    </a:cubicBezTo>
                    <a:cubicBezTo>
                      <a:pt x="0" y="149"/>
                      <a:pt x="0" y="149"/>
                      <a:pt x="0" y="149"/>
                    </a:cubicBezTo>
                    <a:cubicBezTo>
                      <a:pt x="52" y="166"/>
                      <a:pt x="111" y="162"/>
                      <a:pt x="162" y="132"/>
                    </a:cubicBezTo>
                    <a:close/>
                  </a:path>
                </a:pathLst>
              </a:custGeom>
              <a:gradFill flip="none" rotWithShape="1">
                <a:gsLst>
                  <a:gs pos="0">
                    <a:srgbClr val="FFFFFF">
                      <a:alpha val="80000"/>
                    </a:srgbClr>
                  </a:gs>
                  <a:gs pos="100000">
                    <a:srgbClr val="FFFFFF">
                      <a:alpha val="10000"/>
                    </a:srgbClr>
                  </a:gs>
                </a:gsLst>
                <a:lin ang="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0">
                <a:extLst>
                  <a:ext uri="{FF2B5EF4-FFF2-40B4-BE49-F238E27FC236}">
                    <a16:creationId xmlns:a16="http://schemas.microsoft.com/office/drawing/2014/main" id="{BFC83E63-6FC3-C31E-98CE-21843812F03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0988"/>
                <a:ext cx="319088" cy="1419225"/>
              </a:xfrm>
              <a:custGeom>
                <a:avLst/>
                <a:gdLst>
                  <a:gd name="T0" fmla="*/ 0 w 67"/>
                  <a:gd name="T1" fmla="*/ 0 h 298"/>
                  <a:gd name="T2" fmla="*/ 0 w 67"/>
                  <a:gd name="T3" fmla="*/ 298 h 298"/>
                  <a:gd name="T4" fmla="*/ 67 w 67"/>
                  <a:gd name="T5" fmla="*/ 149 h 298"/>
                  <a:gd name="T6" fmla="*/ 0 w 67"/>
                  <a:gd name="T7" fmla="*/ 0 h 298"/>
                </a:gdLst>
                <a:ahLst/>
                <a:cxnLst>
                  <a:cxn ang="0">
                    <a:pos x="T0" y="T1"/>
                  </a:cxn>
                  <a:cxn ang="0">
                    <a:pos x="T2" y="T3"/>
                  </a:cxn>
                  <a:cxn ang="0">
                    <a:pos x="T4" y="T5"/>
                  </a:cxn>
                  <a:cxn ang="0">
                    <a:pos x="T6" y="T7"/>
                  </a:cxn>
                </a:cxnLst>
                <a:rect l="0" t="0" r="r" b="b"/>
                <a:pathLst>
                  <a:path w="67" h="298">
                    <a:moveTo>
                      <a:pt x="0" y="0"/>
                    </a:moveTo>
                    <a:cubicBezTo>
                      <a:pt x="0" y="298"/>
                      <a:pt x="0" y="298"/>
                      <a:pt x="0" y="298"/>
                    </a:cubicBezTo>
                    <a:cubicBezTo>
                      <a:pt x="41" y="261"/>
                      <a:pt x="67" y="208"/>
                      <a:pt x="67" y="149"/>
                    </a:cubicBezTo>
                    <a:cubicBezTo>
                      <a:pt x="67"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59">
                <a:extLst>
                  <a:ext uri="{FF2B5EF4-FFF2-40B4-BE49-F238E27FC236}">
                    <a16:creationId xmlns:a16="http://schemas.microsoft.com/office/drawing/2014/main" id="{302ABA44-3B57-F469-6C04-F66BDA7AE5F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497013" y="280988"/>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2">
                <a:extLst>
                  <a:ext uri="{FF2B5EF4-FFF2-40B4-BE49-F238E27FC236}">
                    <a16:creationId xmlns:a16="http://schemas.microsoft.com/office/drawing/2014/main" id="{7AEBB6FD-54FE-C7DA-9A26-50A06339E46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390651"/>
                <a:ext cx="1228725" cy="761999"/>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Freeform 65">
                <a:extLst>
                  <a:ext uri="{FF2B5EF4-FFF2-40B4-BE49-F238E27FC236}">
                    <a16:creationId xmlns:a16="http://schemas.microsoft.com/office/drawing/2014/main" id="{5E33358E-58C6-D35A-1278-C81907C9979C}"/>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1362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0">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0" name="Freeform 79">
                <a:extLst>
                  <a:ext uri="{FF2B5EF4-FFF2-40B4-BE49-F238E27FC236}">
                    <a16:creationId xmlns:a16="http://schemas.microsoft.com/office/drawing/2014/main" id="{03A5740E-D7E5-68C0-948E-9724E0ACF7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124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82">
                <a:extLst>
                  <a:ext uri="{FF2B5EF4-FFF2-40B4-BE49-F238E27FC236}">
                    <a16:creationId xmlns:a16="http://schemas.microsoft.com/office/drawing/2014/main" id="{8AB4DD54-E3B5-6D41-1243-6F2D21CD99B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124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Freeform 85">
                <a:extLst>
                  <a:ext uri="{FF2B5EF4-FFF2-40B4-BE49-F238E27FC236}">
                    <a16:creationId xmlns:a16="http://schemas.microsoft.com/office/drawing/2014/main" id="{2A94B732-4A98-2F5C-F80B-6BBDB47064F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886075"/>
                <a:ext cx="1228725" cy="790575"/>
              </a:xfrm>
              <a:custGeom>
                <a:avLst/>
                <a:gdLst>
                  <a:gd name="T0" fmla="*/ 0 w 258"/>
                  <a:gd name="T1" fmla="*/ 17 h 166"/>
                  <a:gd name="T2" fmla="*/ 258 w 258"/>
                  <a:gd name="T3" fmla="*/ 166 h 166"/>
                  <a:gd name="T4" fmla="*/ 162 w 258"/>
                  <a:gd name="T5" fmla="*/ 34 h 166"/>
                  <a:gd name="T6" fmla="*/ 0 w 258"/>
                  <a:gd name="T7" fmla="*/ 17 h 166"/>
                </a:gdLst>
                <a:ahLst/>
                <a:cxnLst>
                  <a:cxn ang="0">
                    <a:pos x="T0" y="T1"/>
                  </a:cxn>
                  <a:cxn ang="0">
                    <a:pos x="T2" y="T3"/>
                  </a:cxn>
                  <a:cxn ang="0">
                    <a:pos x="T4" y="T5"/>
                  </a:cxn>
                  <a:cxn ang="0">
                    <a:pos x="T6" y="T7"/>
                  </a:cxn>
                </a:cxnLst>
                <a:rect l="0" t="0" r="r" b="b"/>
                <a:pathLst>
                  <a:path w="258" h="166">
                    <a:moveTo>
                      <a:pt x="0" y="17"/>
                    </a:moveTo>
                    <a:cubicBezTo>
                      <a:pt x="258" y="166"/>
                      <a:pt x="258" y="166"/>
                      <a:pt x="258" y="166"/>
                    </a:cubicBezTo>
                    <a:cubicBezTo>
                      <a:pt x="247" y="112"/>
                      <a:pt x="213" y="63"/>
                      <a:pt x="162" y="34"/>
                    </a:cubicBezTo>
                    <a:cubicBezTo>
                      <a:pt x="111" y="4"/>
                      <a:pt x="52" y="0"/>
                      <a:pt x="0" y="17"/>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3" name="Freeform 88">
                <a:extLst>
                  <a:ext uri="{FF2B5EF4-FFF2-40B4-BE49-F238E27FC236}">
                    <a16:creationId xmlns:a16="http://schemas.microsoft.com/office/drawing/2014/main" id="{DF1D8441-3705-CC80-FE5F-2A09989AAF8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1816101" y="2886075"/>
                <a:ext cx="1228725" cy="790575"/>
              </a:xfrm>
              <a:custGeom>
                <a:avLst/>
                <a:gdLst>
                  <a:gd name="T0" fmla="*/ 0 w 258"/>
                  <a:gd name="T1" fmla="*/ 166 h 166"/>
                  <a:gd name="T2" fmla="*/ 258 w 258"/>
                  <a:gd name="T3" fmla="*/ 17 h 166"/>
                  <a:gd name="T4" fmla="*/ 96 w 258"/>
                  <a:gd name="T5" fmla="*/ 34 h 166"/>
                  <a:gd name="T6" fmla="*/ 0 w 258"/>
                  <a:gd name="T7" fmla="*/ 166 h 166"/>
                </a:gdLst>
                <a:ahLst/>
                <a:cxnLst>
                  <a:cxn ang="0">
                    <a:pos x="T0" y="T1"/>
                  </a:cxn>
                  <a:cxn ang="0">
                    <a:pos x="T2" y="T3"/>
                  </a:cxn>
                  <a:cxn ang="0">
                    <a:pos x="T4" y="T5"/>
                  </a:cxn>
                  <a:cxn ang="0">
                    <a:pos x="T6" y="T7"/>
                  </a:cxn>
                </a:cxnLst>
                <a:rect l="0" t="0" r="r" b="b"/>
                <a:pathLst>
                  <a:path w="258" h="166">
                    <a:moveTo>
                      <a:pt x="0" y="166"/>
                    </a:moveTo>
                    <a:cubicBezTo>
                      <a:pt x="258" y="17"/>
                      <a:pt x="258" y="17"/>
                      <a:pt x="258" y="17"/>
                    </a:cubicBezTo>
                    <a:cubicBezTo>
                      <a:pt x="206" y="0"/>
                      <a:pt x="147" y="4"/>
                      <a:pt x="96" y="34"/>
                    </a:cubicBezTo>
                    <a:cubicBezTo>
                      <a:pt x="44" y="63"/>
                      <a:pt x="11" y="112"/>
                      <a:pt x="0" y="166"/>
                    </a:cubicBezTo>
                    <a:close/>
                  </a:path>
                </a:pathLst>
              </a:custGeom>
              <a:gradFill flip="none" rotWithShape="1">
                <a:gsLst>
                  <a:gs pos="0">
                    <a:srgbClr val="FFFFFF">
                      <a:alpha val="80000"/>
                    </a:srgbClr>
                  </a:gs>
                  <a:gs pos="100000">
                    <a:srgbClr val="FFFFFF">
                      <a:alpha val="20000"/>
                    </a:srgbClr>
                  </a:gs>
                </a:gsLst>
                <a:lin ang="108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nvGrpSpPr>
              <p:cNvPr id="24" name="Group 23">
                <a:extLst>
                  <a:ext uri="{FF2B5EF4-FFF2-40B4-BE49-F238E27FC236}">
                    <a16:creationId xmlns:a16="http://schemas.microsoft.com/office/drawing/2014/main" id="{8F71A31A-59B3-9162-371C-C01A729D0C3B}"/>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87376" y="280988"/>
                <a:ext cx="2457450" cy="3838575"/>
                <a:chOff x="587376" y="280988"/>
                <a:chExt cx="2457450" cy="3838575"/>
              </a:xfrm>
            </p:grpSpPr>
            <p:sp>
              <p:nvSpPr>
                <p:cNvPr id="25" name="Line 63">
                  <a:extLst>
                    <a:ext uri="{FF2B5EF4-FFF2-40B4-BE49-F238E27FC236}">
                      <a16:creationId xmlns:a16="http://schemas.microsoft.com/office/drawing/2014/main" id="{7CCBE56E-A31B-4C75-DC85-F53147C4D00D}"/>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Line 66">
                  <a:extLst>
                    <a:ext uri="{FF2B5EF4-FFF2-40B4-BE49-F238E27FC236}">
                      <a16:creationId xmlns:a16="http://schemas.microsoft.com/office/drawing/2014/main" id="{296ACE92-E4E8-3DA8-53B5-B4C1E3A8D2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1443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7" name="Line 67">
                  <a:extLst>
                    <a:ext uri="{FF2B5EF4-FFF2-40B4-BE49-F238E27FC236}">
                      <a16:creationId xmlns:a16="http://schemas.microsoft.com/office/drawing/2014/main" id="{7B0613D4-F0E5-89E7-9C18-8CFA239DF1C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80988"/>
                  <a:ext cx="0" cy="3838575"/>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8" name="Line 80">
                  <a:extLst>
                    <a:ext uri="{FF2B5EF4-FFF2-40B4-BE49-F238E27FC236}">
                      <a16:creationId xmlns:a16="http://schemas.microsoft.com/office/drawing/2014/main" id="{E622BCC5-94CF-3347-DA0D-7358D5BAEC5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9" name="Line 83">
                  <a:extLst>
                    <a:ext uri="{FF2B5EF4-FFF2-40B4-BE49-F238E27FC236}">
                      <a16:creationId xmlns:a16="http://schemas.microsoft.com/office/drawing/2014/main" id="{7A92BD29-9001-7192-3FC5-2BD68F7AF26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205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0" name="Line 86">
                  <a:extLst>
                    <a:ext uri="{FF2B5EF4-FFF2-40B4-BE49-F238E27FC236}">
                      <a16:creationId xmlns:a16="http://schemas.microsoft.com/office/drawing/2014/main" id="{538F5771-4928-1E01-FE11-700BA531382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87376"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1" name="Line 89">
                  <a:extLst>
                    <a:ext uri="{FF2B5EF4-FFF2-40B4-BE49-F238E27FC236}">
                      <a16:creationId xmlns:a16="http://schemas.microsoft.com/office/drawing/2014/main" id="{7DCEABB5-FF34-2744-FB43-A0CE5EE8EB4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1816101" y="2967038"/>
                  <a:ext cx="1228725" cy="709613"/>
                </a:xfrm>
                <a:prstGeom prst="line">
                  <a:avLst/>
                </a:prstGeom>
                <a:noFill/>
                <a:ln w="12700" cap="rnd">
                  <a:solidFill>
                    <a:srgbClr val="FFFFFF"/>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54" name="Content Placeholder 53">
            <a:extLst>
              <a:ext uri="{FF2B5EF4-FFF2-40B4-BE49-F238E27FC236}">
                <a16:creationId xmlns:a16="http://schemas.microsoft.com/office/drawing/2014/main" id="{8FCCC77F-6C47-D9CF-D034-6C88D17987B1}"/>
              </a:ext>
            </a:extLst>
          </p:cNvPr>
          <p:cNvSpPr>
            <a:spLocks noGrp="1"/>
          </p:cNvSpPr>
          <p:nvPr>
            <p:ph sz="quarter" idx="16" hasCustomPrompt="1"/>
          </p:nvPr>
        </p:nvSpPr>
        <p:spPr>
          <a:xfrm>
            <a:off x="595313" y="660400"/>
            <a:ext cx="7821612" cy="4119563"/>
          </a:xfrm>
        </p:spPr>
        <p:txBody>
          <a:bodyPr anchor="b"/>
          <a:lstStyle>
            <a:lvl1pPr>
              <a:defRPr sz="23200">
                <a:solidFill>
                  <a:schemeClr val="tx1">
                    <a:lumMod val="75000"/>
                    <a:lumOff val="25000"/>
                  </a:schemeClr>
                </a:solidFill>
                <a:latin typeface="+mj-lt"/>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7953518" y="6343955"/>
            <a:ext cx="429207" cy="365125"/>
          </a:xfrm>
          <a:prstGeom prst="rect">
            <a:avLst/>
          </a:prstGeom>
        </p:spPr>
        <p:txBody>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
        <p:nvSpPr>
          <p:cNvPr id="62" name="Title 61">
            <a:extLst>
              <a:ext uri="{FF2B5EF4-FFF2-40B4-BE49-F238E27FC236}">
                <a16:creationId xmlns:a16="http://schemas.microsoft.com/office/drawing/2014/main" id="{AB82C1FD-F89F-A137-0472-2D6FEB286781}"/>
              </a:ext>
            </a:extLst>
          </p:cNvPr>
          <p:cNvSpPr>
            <a:spLocks noGrp="1"/>
          </p:cNvSpPr>
          <p:nvPr>
            <p:ph type="title"/>
          </p:nvPr>
        </p:nvSpPr>
        <p:spPr>
          <a:xfrm>
            <a:off x="612648" y="4900730"/>
            <a:ext cx="7786687" cy="1097839"/>
          </a:xfrm>
        </p:spPr>
        <p:txBody>
          <a:bodyPr anchor="t"/>
          <a:lstStyle>
            <a:lvl1pPr>
              <a:lnSpc>
                <a:spcPct val="100000"/>
              </a:lnSpc>
              <a:defRPr sz="1800">
                <a:solidFill>
                  <a:schemeClr val="tx1">
                    <a:lumMod val="75000"/>
                    <a:lumOff val="25000"/>
                  </a:schemeClr>
                </a:solidFill>
                <a:latin typeface="+mn-lt"/>
              </a:defRPr>
            </a:lvl1pPr>
          </a:lstStyle>
          <a:p>
            <a:r>
              <a:rPr lang="en-US"/>
              <a:t>Click to edit Master title style</a:t>
            </a:r>
          </a:p>
        </p:txBody>
      </p:sp>
    </p:spTree>
    <p:extLst>
      <p:ext uri="{BB962C8B-B14F-4D97-AF65-F5344CB8AC3E}">
        <p14:creationId xmlns:p14="http://schemas.microsoft.com/office/powerpoint/2010/main" val="365533234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77752CF-4BA1-3C90-9F5C-CDB8AA18E744}"/>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99E24818-6F19-BE8F-6603-A7DA9C66BC86}"/>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F057B91-4F38-726D-D0A5-CAFBB0F15B2E}"/>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FF13D6C9-742D-8DE0-0722-3F9455E0A479}"/>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DD4B8E7C-D15D-34D3-2F19-CE7E119866ED}"/>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531A04BA-1034-8C2D-7B4F-FFE2FEEBF2C1}"/>
              </a:ext>
            </a:extLst>
          </p:cNvPr>
          <p:cNvGrpSpPr/>
          <p:nvPr/>
        </p:nvGrpSpPr>
        <p:grpSpPr>
          <a:xfrm>
            <a:off x="1079500" y="649304"/>
            <a:ext cx="698051" cy="1372591"/>
            <a:chOff x="1079500" y="649304"/>
            <a:chExt cx="698051" cy="1372591"/>
          </a:xfrm>
        </p:grpSpPr>
        <p:sp>
          <p:nvSpPr>
            <p:cNvPr id="13" name="Oval 12">
              <a:extLst>
                <a:ext uri="{FF2B5EF4-FFF2-40B4-BE49-F238E27FC236}">
                  <a16:creationId xmlns:a16="http://schemas.microsoft.com/office/drawing/2014/main" id="{D7573B03-A5C8-6F68-19F8-A605A3FFFA0A}"/>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4" name="Group 13">
              <a:extLst>
                <a:ext uri="{FF2B5EF4-FFF2-40B4-BE49-F238E27FC236}">
                  <a16:creationId xmlns:a16="http://schemas.microsoft.com/office/drawing/2014/main" id="{099CAF66-0082-3FFF-4237-037ECC53BBE7}"/>
                </a:ext>
              </a:extLst>
            </p:cNvPr>
            <p:cNvGrpSpPr/>
            <p:nvPr/>
          </p:nvGrpSpPr>
          <p:grpSpPr>
            <a:xfrm rot="10800000">
              <a:off x="1079500" y="952167"/>
              <a:ext cx="641184" cy="1069728"/>
              <a:chOff x="6484111" y="2967038"/>
              <a:chExt cx="641184" cy="1069728"/>
            </a:xfrm>
          </p:grpSpPr>
          <p:grpSp>
            <p:nvGrpSpPr>
              <p:cNvPr id="15" name="Group 14">
                <a:extLst>
                  <a:ext uri="{FF2B5EF4-FFF2-40B4-BE49-F238E27FC236}">
                    <a16:creationId xmlns:a16="http://schemas.microsoft.com/office/drawing/2014/main" id="{EC8C6674-8594-E6D0-B843-E6B1BC872E42}"/>
                  </a:ext>
                </a:extLst>
              </p:cNvPr>
              <p:cNvGrpSpPr/>
              <p:nvPr/>
            </p:nvGrpSpPr>
            <p:grpSpPr>
              <a:xfrm>
                <a:off x="6808136" y="2967038"/>
                <a:ext cx="317159" cy="932400"/>
                <a:chOff x="6808136" y="2967038"/>
                <a:chExt cx="317159" cy="932400"/>
              </a:xfrm>
            </p:grpSpPr>
            <p:sp>
              <p:nvSpPr>
                <p:cNvPr id="20" name="Freeform 68">
                  <a:extLst>
                    <a:ext uri="{FF2B5EF4-FFF2-40B4-BE49-F238E27FC236}">
                      <a16:creationId xmlns:a16="http://schemas.microsoft.com/office/drawing/2014/main" id="{A4B74803-AB06-F0B5-CAF3-164628FA3D66}"/>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472E58AB-3D73-FE3B-8E9C-C0905E195A9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2" name="Line 70">
                  <a:extLst>
                    <a:ext uri="{FF2B5EF4-FFF2-40B4-BE49-F238E27FC236}">
                      <a16:creationId xmlns:a16="http://schemas.microsoft.com/office/drawing/2014/main" id="{8F097B18-FA06-126F-3A35-26C99428075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6" name="Group 15">
                <a:extLst>
                  <a:ext uri="{FF2B5EF4-FFF2-40B4-BE49-F238E27FC236}">
                    <a16:creationId xmlns:a16="http://schemas.microsoft.com/office/drawing/2014/main" id="{8BC258A3-BB98-9C50-05A6-F4E1338502D3}"/>
                  </a:ext>
                </a:extLst>
              </p:cNvPr>
              <p:cNvGrpSpPr/>
              <p:nvPr/>
            </p:nvGrpSpPr>
            <p:grpSpPr>
              <a:xfrm rot="18900000" flipH="1">
                <a:off x="6484111" y="3104366"/>
                <a:ext cx="317159" cy="932400"/>
                <a:chOff x="6808136" y="2967038"/>
                <a:chExt cx="317159" cy="932400"/>
              </a:xfrm>
            </p:grpSpPr>
            <p:sp>
              <p:nvSpPr>
                <p:cNvPr id="17" name="Freeform 68">
                  <a:extLst>
                    <a:ext uri="{FF2B5EF4-FFF2-40B4-BE49-F238E27FC236}">
                      <a16:creationId xmlns:a16="http://schemas.microsoft.com/office/drawing/2014/main" id="{276FDCAB-5D59-FEE2-A415-A5948BAEC4DC}"/>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8" name="Freeform 69">
                  <a:extLst>
                    <a:ext uri="{FF2B5EF4-FFF2-40B4-BE49-F238E27FC236}">
                      <a16:creationId xmlns:a16="http://schemas.microsoft.com/office/drawing/2014/main" id="{E3DF5097-6886-8ADE-885A-24C0B21C7D42}"/>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9" name="Line 70">
                  <a:extLst>
                    <a:ext uri="{FF2B5EF4-FFF2-40B4-BE49-F238E27FC236}">
                      <a16:creationId xmlns:a16="http://schemas.microsoft.com/office/drawing/2014/main" id="{5D3400C4-73B6-95B3-1831-80DC32487EEE}"/>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5" name="Title 1">
            <a:extLst>
              <a:ext uri="{FF2B5EF4-FFF2-40B4-BE49-F238E27FC236}">
                <a16:creationId xmlns:a16="http://schemas.microsoft.com/office/drawing/2014/main" id="{D49EFEB0-E2EA-5928-A8E0-4E3586048C61}"/>
              </a:ext>
            </a:extLst>
          </p:cNvPr>
          <p:cNvSpPr>
            <a:spLocks noGrp="1"/>
          </p:cNvSpPr>
          <p:nvPr>
            <p:ph type="title"/>
          </p:nvPr>
        </p:nvSpPr>
        <p:spPr>
          <a:xfrm>
            <a:off x="2208895" y="4893732"/>
            <a:ext cx="7774211" cy="1097280"/>
          </a:xfrm>
          <a:prstGeom prst="rect">
            <a:avLst/>
          </a:prstGeom>
        </p:spPr>
        <p:txBody>
          <a:bodyPr anchor="t">
            <a:noAutofit/>
          </a:bodyPr>
          <a:lstStyle>
            <a:lvl1pPr algn="ctr">
              <a:lnSpc>
                <a:spcPct val="110000"/>
              </a:lnSpc>
              <a:defRPr sz="1800" b="0" i="0">
                <a:solidFill>
                  <a:schemeClr val="tx1">
                    <a:lumMod val="65000"/>
                    <a:lumOff val="35000"/>
                  </a:schemeClr>
                </a:solidFill>
                <a:latin typeface="+mn-lt"/>
              </a:defRPr>
            </a:lvl1pPr>
          </a:lstStyle>
          <a:p>
            <a:r>
              <a:rPr lang="en-US"/>
              <a:t>Click to edit Master title style</a:t>
            </a:r>
          </a:p>
        </p:txBody>
      </p:sp>
      <p:sp>
        <p:nvSpPr>
          <p:cNvPr id="26" name="Content Placeholder 6">
            <a:extLst>
              <a:ext uri="{FF2B5EF4-FFF2-40B4-BE49-F238E27FC236}">
                <a16:creationId xmlns:a16="http://schemas.microsoft.com/office/drawing/2014/main" id="{0152DD09-AB61-4F4C-9E1A-13373B0C0F6A}"/>
              </a:ext>
            </a:extLst>
          </p:cNvPr>
          <p:cNvSpPr>
            <a:spLocks noGrp="1"/>
          </p:cNvSpPr>
          <p:nvPr>
            <p:ph sz="quarter" idx="13" hasCustomPrompt="1"/>
          </p:nvPr>
        </p:nvSpPr>
        <p:spPr>
          <a:xfrm>
            <a:off x="2208895" y="685801"/>
            <a:ext cx="7774211" cy="4082056"/>
          </a:xfrm>
        </p:spPr>
        <p:txBody>
          <a:bodyPr anchor="b">
            <a:noAutofit/>
          </a:bodyPr>
          <a:lstStyle>
            <a:lvl1pPr marL="0" indent="0" algn="ctr">
              <a:lnSpc>
                <a:spcPct val="90000"/>
              </a:lnSpc>
              <a:buNone/>
              <a:defRPr sz="23000" b="0">
                <a:solidFill>
                  <a:schemeClr val="tx1">
                    <a:lumMod val="75000"/>
                    <a:lumOff val="25000"/>
                  </a:schemeClr>
                </a:solidFill>
                <a:latin typeface="+mj-lt"/>
                <a:ea typeface="Batang" panose="02030600000101010101" pitchFamily="18" charset="-127"/>
              </a:defRPr>
            </a:lvl1pPr>
          </a:lstStyle>
          <a:p>
            <a:pPr lvl="0"/>
            <a:r>
              <a:rPr lang="en-US"/>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646644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tx2"/>
        </a:solidFill>
        <a:effectLst/>
      </p:bgPr>
    </p:bg>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9948CB83-964B-888F-78FF-AACD6099F73A}"/>
              </a:ext>
            </a:extLst>
          </p:cNvPr>
          <p:cNvGrpSpPr/>
          <p:nvPr/>
        </p:nvGrpSpPr>
        <p:grpSpPr>
          <a:xfrm rot="2700000">
            <a:off x="10522137" y="4483036"/>
            <a:ext cx="633413" cy="1862138"/>
            <a:chOff x="5959192" y="333389"/>
            <a:chExt cx="633413" cy="1862138"/>
          </a:xfrm>
        </p:grpSpPr>
        <p:grpSp>
          <p:nvGrpSpPr>
            <p:cNvPr id="8" name="Group 7">
              <a:extLst>
                <a:ext uri="{FF2B5EF4-FFF2-40B4-BE49-F238E27FC236}">
                  <a16:creationId xmlns:a16="http://schemas.microsoft.com/office/drawing/2014/main" id="{70C17E4C-DCC6-2046-B2E1-D1E0332600F0}"/>
                </a:ext>
              </a:extLst>
            </p:cNvPr>
            <p:cNvGrpSpPr/>
            <p:nvPr/>
          </p:nvGrpSpPr>
          <p:grpSpPr>
            <a:xfrm>
              <a:off x="5959192" y="333389"/>
              <a:ext cx="633413" cy="1419225"/>
              <a:chOff x="5959192" y="333389"/>
              <a:chExt cx="633413" cy="1419225"/>
            </a:xfrm>
          </p:grpSpPr>
          <p:sp>
            <p:nvSpPr>
              <p:cNvPr id="10" name="Freeform 68">
                <a:extLst>
                  <a:ext uri="{FF2B5EF4-FFF2-40B4-BE49-F238E27FC236}">
                    <a16:creationId xmlns:a16="http://schemas.microsoft.com/office/drawing/2014/main" id="{89C58AF8-D1AE-E262-2941-EECB2D418E11}"/>
                  </a:ext>
                </a:extLst>
              </p:cNvPr>
              <p:cNvSpPr>
                <a:spLocks/>
              </p:cNvSpPr>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69">
                <a:extLst>
                  <a:ext uri="{FF2B5EF4-FFF2-40B4-BE49-F238E27FC236}">
                    <a16:creationId xmlns:a16="http://schemas.microsoft.com/office/drawing/2014/main" id="{2F5AE8CC-0485-3842-29F8-DB900BDA6A6B}"/>
                  </a:ext>
                </a:extLst>
              </p:cNvPr>
              <p:cNvSpPr>
                <a:spLocks/>
              </p:cNvSpPr>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9" name="Line 70">
              <a:extLst>
                <a:ext uri="{FF2B5EF4-FFF2-40B4-BE49-F238E27FC236}">
                  <a16:creationId xmlns:a16="http://schemas.microsoft.com/office/drawing/2014/main" id="{79EAF4E3-F1D3-E6D6-FE15-A6142C1ED9AE}"/>
                </a:ext>
              </a:extLst>
            </p:cNvPr>
            <p:cNvSpPr>
              <a:spLocks noChangeShapeType="1"/>
            </p:cNvSpPr>
            <p:nvPr/>
          </p:nvSpPr>
          <p:spPr bwMode="auto">
            <a:xfrm flipV="1">
              <a:off x="6278280"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952" cy="914400"/>
          </a:xfrm>
          <a:prstGeom prst="rect">
            <a:avLst/>
          </a:prstGeom>
        </p:spPr>
        <p:txBody>
          <a:bodyPr>
            <a:noAutofit/>
          </a:bodyPr>
          <a:lstStyle>
            <a:lvl1pPr>
              <a:defRPr>
                <a:solidFill>
                  <a:schemeClr val="bg1">
                    <a:lumMod val="75000"/>
                    <a:lumOff val="25000"/>
                  </a:schemeClr>
                </a:solidFill>
                <a:latin typeface="+mj-lt"/>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09600" y="685800"/>
            <a:ext cx="9144000" cy="5486399"/>
          </a:xfrm>
        </p:spPr>
        <p:txBody>
          <a:bodyPr anchor="t">
            <a:noAutofit/>
          </a:bodyPr>
          <a:lstStyle>
            <a:lvl1pPr marL="0" indent="0">
              <a:lnSpc>
                <a:spcPct val="90000"/>
              </a:lnSpc>
              <a:buNone/>
              <a:defRPr sz="5000" b="0" cap="all" baseline="0">
                <a:solidFill>
                  <a:schemeClr val="bg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bg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bg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bg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bg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327198845"/>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Pr>
        <a:solidFill>
          <a:schemeClr val="bg2"/>
        </a:solidFill>
        <a:effectLst/>
      </p:bgPr>
    </p:bg>
    <p:spTree>
      <p:nvGrpSpPr>
        <p:cNvPr id="1" name=""/>
        <p:cNvGrpSpPr/>
        <p:nvPr/>
      </p:nvGrpSpPr>
      <p:grpSpPr>
        <a:xfrm>
          <a:off x="0" y="0"/>
          <a:ext cx="0" cy="0"/>
          <a:chOff x="0" y="0"/>
          <a:chExt cx="0" cy="0"/>
        </a:xfrm>
      </p:grpSpPr>
      <p:grpSp>
        <p:nvGrpSpPr>
          <p:cNvPr id="101" name="Group 100">
            <a:extLst>
              <a:ext uri="{FF2B5EF4-FFF2-40B4-BE49-F238E27FC236}">
                <a16:creationId xmlns:a16="http://schemas.microsoft.com/office/drawing/2014/main" id="{E21DD9B6-52E0-7169-7976-70CDEAC828D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18900000" flipH="1" flipV="1">
            <a:off x="9970657" y="4426541"/>
            <a:ext cx="1785984" cy="2211229"/>
            <a:chOff x="3125006" y="3171595"/>
            <a:chExt cx="1785984" cy="2211229"/>
          </a:xfrm>
        </p:grpSpPr>
        <p:grpSp>
          <p:nvGrpSpPr>
            <p:cNvPr id="102" name="Group 101">
              <a:extLst>
                <a:ext uri="{FF2B5EF4-FFF2-40B4-BE49-F238E27FC236}">
                  <a16:creationId xmlns:a16="http://schemas.microsoft.com/office/drawing/2014/main" id="{B03227F6-7039-B94F-5997-1E17787AFC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106" name="Straight Connector 105">
                <a:extLst>
                  <a:ext uri="{FF2B5EF4-FFF2-40B4-BE49-F238E27FC236}">
                    <a16:creationId xmlns:a16="http://schemas.microsoft.com/office/drawing/2014/main" id="{558E3E8E-104E-EA41-08BF-5E318159E5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75B027AC-13FC-39C1-D473-0A3B1455E031}"/>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108" name="Rectangle 30">
                <a:extLst>
                  <a:ext uri="{FF2B5EF4-FFF2-40B4-BE49-F238E27FC236}">
                    <a16:creationId xmlns:a16="http://schemas.microsoft.com/office/drawing/2014/main" id="{B71D1F97-BF2F-7148-AB61-48B42BC2573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30">
                <a:extLst>
                  <a:ext uri="{FF2B5EF4-FFF2-40B4-BE49-F238E27FC236}">
                    <a16:creationId xmlns:a16="http://schemas.microsoft.com/office/drawing/2014/main" id="{85AF10AC-3AF6-1059-BD35-B708FF8A83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3" name="Group 102">
              <a:extLst>
                <a:ext uri="{FF2B5EF4-FFF2-40B4-BE49-F238E27FC236}">
                  <a16:creationId xmlns:a16="http://schemas.microsoft.com/office/drawing/2014/main" id="{13FE67EB-BA30-8EDC-4BF6-4558CC75E4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04" name="Freeform: Shape 141">
                <a:extLst>
                  <a:ext uri="{FF2B5EF4-FFF2-40B4-BE49-F238E27FC236}">
                    <a16:creationId xmlns:a16="http://schemas.microsoft.com/office/drawing/2014/main" id="{D710C972-B401-AED7-77AF-04633FE1C93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05" name="Freeform: Shape 142">
                <a:extLst>
                  <a:ext uri="{FF2B5EF4-FFF2-40B4-BE49-F238E27FC236}">
                    <a16:creationId xmlns:a16="http://schemas.microsoft.com/office/drawing/2014/main" id="{0E8234D7-B4D9-A716-9C7B-C53935A5ADB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8226552" cy="914400"/>
          </a:xfrm>
          <a:prstGeom prst="rect">
            <a:avLst/>
          </a:prstGeom>
        </p:spPr>
        <p:txBody>
          <a:bodyPr>
            <a:noAutofit/>
          </a:bodyPr>
          <a:lstStyle>
            <a:lvl1pPr>
              <a:defRPr>
                <a:solidFill>
                  <a:schemeClr val="tx1">
                    <a:lumMod val="75000"/>
                    <a:lumOff val="25000"/>
                  </a:schemeClr>
                </a:solidFill>
                <a:latin typeface="+mj-lt"/>
              </a:defRPr>
            </a:lvl1pPr>
          </a:lstStyle>
          <a:p>
            <a:r>
              <a:rPr lang="en-US"/>
              <a:t>Click to edit Master title style</a:t>
            </a:r>
          </a:p>
        </p:txBody>
      </p:sp>
      <p:sp>
        <p:nvSpPr>
          <p:cNvPr id="6" name="Content Placeholder 6">
            <a:extLst>
              <a:ext uri="{FF2B5EF4-FFF2-40B4-BE49-F238E27FC236}">
                <a16:creationId xmlns:a16="http://schemas.microsoft.com/office/drawing/2014/main" id="{FC17A020-D6A3-77F7-85C7-53BE80D9026D}"/>
              </a:ext>
            </a:extLst>
          </p:cNvPr>
          <p:cNvSpPr>
            <a:spLocks noGrp="1"/>
          </p:cNvSpPr>
          <p:nvPr>
            <p:ph sz="quarter" idx="13" hasCustomPrompt="1"/>
          </p:nvPr>
        </p:nvSpPr>
        <p:spPr>
          <a:xfrm>
            <a:off x="609600" y="685800"/>
            <a:ext cx="8229600" cy="5486399"/>
          </a:xfrm>
        </p:spPr>
        <p:txBody>
          <a:bodyPr anchor="ctr">
            <a:noAutofit/>
          </a:bodyPr>
          <a:lstStyle>
            <a:lvl1pPr marL="0" indent="0">
              <a:lnSpc>
                <a:spcPct val="90000"/>
              </a:lnSpc>
              <a:buNone/>
              <a:defRPr sz="5000" b="0" cap="all" baseline="0">
                <a:solidFill>
                  <a:schemeClr val="tx1">
                    <a:lumMod val="75000"/>
                    <a:lumOff val="25000"/>
                  </a:schemeClr>
                </a:solidFill>
                <a:latin typeface="+mj-lt"/>
                <a:ea typeface="Batang" panose="02030600000101010101" pitchFamily="18" charset="-127"/>
              </a:defRPr>
            </a:lvl1pPr>
            <a:lvl2pPr marL="228600" indent="0">
              <a:lnSpc>
                <a:spcPct val="90000"/>
              </a:lnSpc>
              <a:buNone/>
              <a:defRPr sz="5000" b="0" cap="all" baseline="0">
                <a:solidFill>
                  <a:schemeClr val="tx1">
                    <a:lumMod val="75000"/>
                    <a:lumOff val="25000"/>
                  </a:schemeClr>
                </a:solidFill>
                <a:latin typeface="+mj-lt"/>
                <a:ea typeface="Batang" panose="02030600000101010101" pitchFamily="18" charset="-127"/>
              </a:defRPr>
            </a:lvl2pPr>
            <a:lvl3pPr marL="457200" indent="0">
              <a:lnSpc>
                <a:spcPct val="90000"/>
              </a:lnSpc>
              <a:buNone/>
              <a:defRPr sz="5000" b="0" cap="all" baseline="0">
                <a:solidFill>
                  <a:schemeClr val="tx1">
                    <a:lumMod val="75000"/>
                    <a:lumOff val="25000"/>
                  </a:schemeClr>
                </a:solidFill>
                <a:latin typeface="+mj-lt"/>
                <a:ea typeface="Batang" panose="02030600000101010101" pitchFamily="18" charset="-127"/>
              </a:defRPr>
            </a:lvl3pPr>
            <a:lvl4pPr marL="685800" indent="0">
              <a:lnSpc>
                <a:spcPct val="90000"/>
              </a:lnSpc>
              <a:buNone/>
              <a:defRPr sz="5000" b="0" cap="all" baseline="0">
                <a:solidFill>
                  <a:schemeClr val="tx1">
                    <a:lumMod val="75000"/>
                    <a:lumOff val="25000"/>
                  </a:schemeClr>
                </a:solidFill>
                <a:latin typeface="+mj-lt"/>
                <a:ea typeface="Batang" panose="02030600000101010101" pitchFamily="18" charset="-127"/>
              </a:defRPr>
            </a:lvl4pPr>
            <a:lvl5pPr marL="914400" indent="0">
              <a:lnSpc>
                <a:spcPct val="90000"/>
              </a:lnSpc>
              <a:buNone/>
              <a:defRPr sz="5000" b="0" cap="all" baseline="0">
                <a:solidFill>
                  <a:schemeClr val="tx1">
                    <a:lumMod val="75000"/>
                    <a:lumOff val="25000"/>
                  </a:schemeClr>
                </a:solidFill>
                <a:latin typeface="+mj-lt"/>
                <a:ea typeface="Batang" panose="02030600000101010101" pitchFamily="18" charset="-127"/>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tx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tx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lvl1pPr>
              <a:defRPr>
                <a:solidFill>
                  <a:schemeClr val="tx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751178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Statement 3">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2BAAD8-5E23-403F-8F97-DCFB134B81A8}"/>
              </a:ext>
            </a:extLst>
          </p:cNvPr>
          <p:cNvGrpSpPr/>
          <p:nvPr/>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78DB782-5204-DE67-F9A0-4A906680A49F}"/>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9" name="Group 8">
              <a:extLst>
                <a:ext uri="{FF2B5EF4-FFF2-40B4-BE49-F238E27FC236}">
                  <a16:creationId xmlns:a16="http://schemas.microsoft.com/office/drawing/2014/main" id="{9E76D249-95D9-CBEC-64CA-3FDC7A1CE75D}"/>
                </a:ext>
              </a:extLst>
            </p:cNvPr>
            <p:cNvGrpSpPr/>
            <p:nvPr/>
          </p:nvGrpSpPr>
          <p:grpSpPr>
            <a:xfrm rot="10800000">
              <a:off x="1079500" y="952167"/>
              <a:ext cx="641184" cy="1069728"/>
              <a:chOff x="6484111" y="2967038"/>
              <a:chExt cx="641184" cy="1069728"/>
            </a:xfrm>
          </p:grpSpPr>
          <p:grpSp>
            <p:nvGrpSpPr>
              <p:cNvPr id="10" name="Group 9">
                <a:extLst>
                  <a:ext uri="{FF2B5EF4-FFF2-40B4-BE49-F238E27FC236}">
                    <a16:creationId xmlns:a16="http://schemas.microsoft.com/office/drawing/2014/main" id="{D99002E3-B8F9-2383-6644-7A34CD978308}"/>
                  </a:ext>
                </a:extLst>
              </p:cNvPr>
              <p:cNvGrpSpPr/>
              <p:nvPr/>
            </p:nvGrpSpPr>
            <p:grpSpPr>
              <a:xfrm>
                <a:off x="6808136" y="2967038"/>
                <a:ext cx="317159" cy="932400"/>
                <a:chOff x="6808136" y="2967038"/>
                <a:chExt cx="317159" cy="932400"/>
              </a:xfrm>
            </p:grpSpPr>
            <p:sp>
              <p:nvSpPr>
                <p:cNvPr id="15" name="Freeform 68">
                  <a:extLst>
                    <a:ext uri="{FF2B5EF4-FFF2-40B4-BE49-F238E27FC236}">
                      <a16:creationId xmlns:a16="http://schemas.microsoft.com/office/drawing/2014/main" id="{2ECA2663-32CE-943D-6756-F1FBDD98A6DD}"/>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F1D89AC-FE53-59CC-9C9A-D5095FCF28F8}"/>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97AE4A79-7C94-350A-D123-528B8EE93613}"/>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7156A5-D641-1556-B542-155C3BCD690B}"/>
                  </a:ext>
                </a:extLst>
              </p:cNvPr>
              <p:cNvGrpSpPr/>
              <p:nvPr/>
            </p:nvGrpSpPr>
            <p:grpSpPr>
              <a:xfrm rot="18900000" flipH="1">
                <a:off x="6484111" y="3104366"/>
                <a:ext cx="317159" cy="932400"/>
                <a:chOff x="6808136" y="2967038"/>
                <a:chExt cx="317159" cy="932400"/>
              </a:xfrm>
            </p:grpSpPr>
            <p:sp>
              <p:nvSpPr>
                <p:cNvPr id="12" name="Freeform 68">
                  <a:extLst>
                    <a:ext uri="{FF2B5EF4-FFF2-40B4-BE49-F238E27FC236}">
                      <a16:creationId xmlns:a16="http://schemas.microsoft.com/office/drawing/2014/main" id="{9DD821AB-1AFD-00AE-F5AC-072FA2831CC5}"/>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B44CFD51-7AA3-6464-ABAC-BCABA0E25597}"/>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3F6E13E8-6620-20F1-EFC9-DCAC2774FBC8}"/>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9140107" cy="914400"/>
          </a:xfrm>
          <a:prstGeom prst="rect">
            <a:avLst/>
          </a:prstGeom>
        </p:spPr>
        <p:txBody>
          <a:bodyPr>
            <a:noAutofit/>
          </a:bodyPr>
          <a:lstStyle/>
          <a:p>
            <a:r>
              <a:rPr lang="en-US"/>
              <a:t>Click to edit Master title style</a:t>
            </a:r>
          </a:p>
        </p:txBody>
      </p:sp>
      <p:sp>
        <p:nvSpPr>
          <p:cNvPr id="20" name="Content Placeholder 19">
            <a:extLst>
              <a:ext uri="{FF2B5EF4-FFF2-40B4-BE49-F238E27FC236}">
                <a16:creationId xmlns:a16="http://schemas.microsoft.com/office/drawing/2014/main" id="{9C628F80-5DEA-8C31-B904-3BC56FDFF696}"/>
              </a:ext>
            </a:extLst>
          </p:cNvPr>
          <p:cNvSpPr>
            <a:spLocks noGrp="1"/>
          </p:cNvSpPr>
          <p:nvPr>
            <p:ph sz="quarter" idx="14" hasCustomPrompt="1"/>
          </p:nvPr>
        </p:nvSpPr>
        <p:spPr>
          <a:xfrm>
            <a:off x="612775" y="650875"/>
            <a:ext cx="9139238" cy="5521325"/>
          </a:xfrm>
        </p:spPr>
        <p:txBody>
          <a:bodyPr anchor="b"/>
          <a:lstStyle>
            <a:lvl1pPr>
              <a:lnSpc>
                <a:spcPct val="90000"/>
              </a:lnSpc>
              <a:defRPr sz="5000" cap="all" baseline="0">
                <a:solidFill>
                  <a:schemeClr val="tx1">
                    <a:lumMod val="75000"/>
                    <a:lumOff val="25000"/>
                  </a:schemeClr>
                </a:solidFill>
                <a:latin typeface="+mj-lt"/>
              </a:defRPr>
            </a:lvl1pPr>
            <a:lvl2pPr>
              <a:lnSpc>
                <a:spcPct val="90000"/>
              </a:lnSpc>
              <a:defRPr sz="5000" cap="all" baseline="0">
                <a:solidFill>
                  <a:schemeClr val="tx1">
                    <a:lumMod val="75000"/>
                    <a:lumOff val="25000"/>
                  </a:schemeClr>
                </a:solidFill>
                <a:latin typeface="+mj-lt"/>
              </a:defRPr>
            </a:lvl2pPr>
            <a:lvl3pPr>
              <a:lnSpc>
                <a:spcPct val="90000"/>
              </a:lnSpc>
              <a:defRPr sz="5000" cap="all" baseline="0">
                <a:solidFill>
                  <a:schemeClr val="tx1">
                    <a:lumMod val="75000"/>
                    <a:lumOff val="25000"/>
                  </a:schemeClr>
                </a:solidFill>
                <a:latin typeface="+mj-lt"/>
              </a:defRPr>
            </a:lvl3pPr>
            <a:lvl4pPr>
              <a:lnSpc>
                <a:spcPct val="90000"/>
              </a:lnSpc>
              <a:defRPr sz="5000" cap="all" baseline="0">
                <a:solidFill>
                  <a:schemeClr val="tx1">
                    <a:lumMod val="75000"/>
                    <a:lumOff val="25000"/>
                  </a:schemeClr>
                </a:solidFill>
                <a:latin typeface="+mj-lt"/>
              </a:defRPr>
            </a:lvl4pPr>
            <a:lvl5pPr>
              <a:lnSpc>
                <a:spcPct val="90000"/>
              </a:lnSpc>
              <a:defRPr sz="5000" cap="all" baseline="0">
                <a:solidFill>
                  <a:schemeClr val="tx1">
                    <a:lumMod val="75000"/>
                    <a:lumOff val="25000"/>
                  </a:schemeClr>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15437969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530FA8BD-104F-B62D-9686-170237442A82}"/>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0800000">
            <a:off x="4987925" y="49440"/>
            <a:ext cx="2216150" cy="1177924"/>
            <a:chOff x="4987925" y="2840038"/>
            <a:chExt cx="2216150" cy="1177924"/>
          </a:xfrm>
        </p:grpSpPr>
        <p:sp>
          <p:nvSpPr>
            <p:cNvPr id="8" name="Rectangle 7">
              <a:extLst>
                <a:ext uri="{FF2B5EF4-FFF2-40B4-BE49-F238E27FC236}">
                  <a16:creationId xmlns:a16="http://schemas.microsoft.com/office/drawing/2014/main" id="{68ED83C9-BFC9-A791-3662-CB404216CEDC}"/>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a:xfrm>
              <a:off x="4987925" y="2840038"/>
              <a:ext cx="2216150" cy="1177924"/>
            </a:xfrm>
            <a:prstGeom prst="rect">
              <a:avLst/>
            </a:prstGeom>
            <a:solidFill>
              <a:schemeClr val="bg2">
                <a:alpha val="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2AC42635-B2C5-71D2-D5BF-7BB171F59979}"/>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a:off x="5720702" y="2912637"/>
              <a:ext cx="1080000" cy="1080000"/>
              <a:chOff x="6879023" y="2912637"/>
              <a:chExt cx="1080000" cy="1080000"/>
            </a:xfrm>
          </p:grpSpPr>
          <p:grpSp>
            <p:nvGrpSpPr>
              <p:cNvPr id="10" name="Group 9">
                <a:extLst>
                  <a:ext uri="{FF2B5EF4-FFF2-40B4-BE49-F238E27FC236}">
                    <a16:creationId xmlns:a16="http://schemas.microsoft.com/office/drawing/2014/main" id="{88DB8B70-A837-784C-BE01-7662C397EFBA}"/>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2700000">
                <a:off x="7260443" y="2912637"/>
                <a:ext cx="317159" cy="1080000"/>
                <a:chOff x="4799744" y="2905614"/>
                <a:chExt cx="317159" cy="1080000"/>
              </a:xfrm>
            </p:grpSpPr>
            <p:sp>
              <p:nvSpPr>
                <p:cNvPr id="15" name="Freeform 68">
                  <a:extLst>
                    <a:ext uri="{FF2B5EF4-FFF2-40B4-BE49-F238E27FC236}">
                      <a16:creationId xmlns:a16="http://schemas.microsoft.com/office/drawing/2014/main" id="{D944038A-4F94-C29A-5020-589829E2C323}"/>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69">
                  <a:extLst>
                    <a:ext uri="{FF2B5EF4-FFF2-40B4-BE49-F238E27FC236}">
                      <a16:creationId xmlns:a16="http://schemas.microsoft.com/office/drawing/2014/main" id="{CA018A91-4BC0-5B20-4336-EE7FA90F212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Line 70">
                  <a:extLst>
                    <a:ext uri="{FF2B5EF4-FFF2-40B4-BE49-F238E27FC236}">
                      <a16:creationId xmlns:a16="http://schemas.microsoft.com/office/drawing/2014/main" id="{4920CAFD-E512-4531-1169-ED481576ABB2}"/>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1" name="Group 10">
                <a:extLst>
                  <a:ext uri="{FF2B5EF4-FFF2-40B4-BE49-F238E27FC236}">
                    <a16:creationId xmlns:a16="http://schemas.microsoft.com/office/drawing/2014/main" id="{0EE3CA6F-C175-A73F-2E44-C039243F5AD8}"/>
                  </a:ext>
                  <a:ext uri="{C183D7F6-B498-43B3-948B-1728B52AA6E4}">
                    <adec:decorative xmlns:adec="http://schemas.microsoft.com/office/drawing/2017/decorative" val="1"/>
                  </a:ext>
                </a:extLst>
              </p:cNvPr>
              <p:cNvGrpSpPr>
                <a:grpSpLocks/>
              </p:cNvGrpSpPr>
              <p:nvPr>
                <p:extLst>
                  <p:ext uri="{386F3935-93C4-4BCD-93E2-E3B085C9AB24}">
                    <p16:designElem xmlns:p16="http://schemas.microsoft.com/office/powerpoint/2015/main" val="1"/>
                  </p:ext>
                </p:extLst>
              </p:nvPr>
            </p:nvGrpSpPr>
            <p:grpSpPr>
              <a:xfrm rot="18900000" flipH="1">
                <a:off x="6916369" y="2912637"/>
                <a:ext cx="317159" cy="1080000"/>
                <a:chOff x="4799744" y="2905614"/>
                <a:chExt cx="317159" cy="1080000"/>
              </a:xfrm>
            </p:grpSpPr>
            <p:sp>
              <p:nvSpPr>
                <p:cNvPr id="12" name="Freeform 68">
                  <a:extLst>
                    <a:ext uri="{FF2B5EF4-FFF2-40B4-BE49-F238E27FC236}">
                      <a16:creationId xmlns:a16="http://schemas.microsoft.com/office/drawing/2014/main" id="{2803DC2E-CE34-806E-D2CE-9F0121A4C3C1}"/>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799744" y="2905614"/>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3" name="Freeform 69">
                  <a:extLst>
                    <a:ext uri="{FF2B5EF4-FFF2-40B4-BE49-F238E27FC236}">
                      <a16:creationId xmlns:a16="http://schemas.microsoft.com/office/drawing/2014/main" id="{A6A7E506-4934-4A00-8743-D201E56C20B6}"/>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4959516" y="2905614"/>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Line 70">
                  <a:extLst>
                    <a:ext uri="{FF2B5EF4-FFF2-40B4-BE49-F238E27FC236}">
                      <a16:creationId xmlns:a16="http://schemas.microsoft.com/office/drawing/2014/main" id="{6D4C5F55-56C0-223F-9074-8C8EA50BA579}"/>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flipV="1">
                  <a:off x="4959516" y="2905614"/>
                  <a:ext cx="0" cy="10800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3169920" y="4617355"/>
            <a:ext cx="5852160" cy="1545333"/>
          </a:xfrm>
          <a:prstGeom prst="rect">
            <a:avLst/>
          </a:prstGeom>
        </p:spPr>
        <p:txBody>
          <a:bodyPr anchor="ctr">
            <a:noAutofit/>
          </a:bodyPr>
          <a:lstStyle>
            <a:lvl1pPr algn="ctr">
              <a:lnSpc>
                <a:spcPct val="120000"/>
              </a:lnSpc>
              <a:defRPr sz="1800" b="0" i="0" spc="0">
                <a:solidFill>
                  <a:schemeClr val="tx1">
                    <a:lumMod val="65000"/>
                    <a:lumOff val="35000"/>
                  </a:schemeClr>
                </a:solidFill>
                <a:latin typeface="+mn-lt"/>
              </a:defRPr>
            </a:lvl1pPr>
          </a:lstStyle>
          <a:p>
            <a:r>
              <a:rPr lang="en-US"/>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2925456"/>
          </a:xfrm>
        </p:spPr>
        <p:txBody>
          <a:bodyPr anchor="b">
            <a:noAutofit/>
          </a:bodyPr>
          <a:lstStyle>
            <a:lvl1pPr marL="164592" indent="-164592" algn="ctr">
              <a:lnSpc>
                <a:spcPct val="90000"/>
              </a:lnSpc>
              <a:spcBef>
                <a:spcPts val="0"/>
              </a:spcBef>
              <a:buNone/>
              <a:defRPr sz="4000" cap="all" baseline="0">
                <a:solidFill>
                  <a:schemeClr val="tx1">
                    <a:lumMod val="75000"/>
                    <a:lumOff val="25000"/>
                  </a:schemeClr>
                </a:solidFill>
                <a:latin typeface="+mj-lt"/>
                <a:ea typeface="Batang" panose="02030600000101010101" pitchFamily="18" charset="-127"/>
              </a:defRPr>
            </a:lvl1pPr>
          </a:lstStyle>
          <a:p>
            <a:pPr lvl="0"/>
            <a:r>
              <a:rPr lang="en-US"/>
              <a:t>Click to add Quote</a:t>
            </a:r>
          </a:p>
        </p:txBody>
      </p:sp>
      <p:cxnSp>
        <p:nvCxnSpPr>
          <p:cNvPr id="20" name="Straight Connector 19">
            <a:extLst>
              <a:ext uri="{FF2B5EF4-FFF2-40B4-BE49-F238E27FC236}">
                <a16:creationId xmlns:a16="http://schemas.microsoft.com/office/drawing/2014/main" id="{CDB58263-7B3B-44AD-A3FB-5F78690F9DC8}"/>
              </a:ext>
              <a:ext uri="{C183D7F6-B498-43B3-948B-1728B52AA6E4}">
                <adec:decorative xmlns:adec="http://schemas.microsoft.com/office/drawing/2017/decorative" val="1"/>
              </a:ext>
            </a:extLst>
          </p:cNvPr>
          <p:cNvCxnSpPr>
            <a:cxnSpLocks/>
          </p:cNvCxnSpPr>
          <p:nvPr>
            <p:extLst>
              <p:ext uri="{386F3935-93C4-4BCD-93E2-E3B085C9AB24}">
                <p16:designElem xmlns:p16="http://schemas.microsoft.com/office/powerpoint/2015/main" val="1"/>
              </p:ext>
            </p:extLst>
          </p:nvPr>
        </p:nvCxnSpPr>
        <p:spPr>
          <a:xfrm>
            <a:off x="5821680" y="4365765"/>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12240123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bg>
      <p:bgPr>
        <a:solidFill>
          <a:schemeClr val="tx2"/>
        </a:solidFill>
        <a:effectLst/>
      </p:bgPr>
    </p:bg>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EA4D7B3C-E2E2-A99D-707D-4A29E0F78A04}"/>
              </a:ext>
            </a:extLst>
          </p:cNvPr>
          <p:cNvGrpSpPr/>
          <p:nvPr/>
        </p:nvGrpSpPr>
        <p:grpSpPr>
          <a:xfrm flipH="1">
            <a:off x="9740417" y="457964"/>
            <a:ext cx="2227875" cy="5970551"/>
            <a:chOff x="9740417" y="457964"/>
            <a:chExt cx="2227875" cy="5970551"/>
          </a:xfrm>
        </p:grpSpPr>
        <p:grpSp>
          <p:nvGrpSpPr>
            <p:cNvPr id="14" name="Group 13">
              <a:extLst>
                <a:ext uri="{FF2B5EF4-FFF2-40B4-BE49-F238E27FC236}">
                  <a16:creationId xmlns:a16="http://schemas.microsoft.com/office/drawing/2014/main" id="{039081ED-1E4D-835D-7830-219AA69ADBE7}"/>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30" name="Group 29">
                <a:extLst>
                  <a:ext uri="{FF2B5EF4-FFF2-40B4-BE49-F238E27FC236}">
                    <a16:creationId xmlns:a16="http://schemas.microsoft.com/office/drawing/2014/main" id="{87482348-118F-172A-CEC2-0BE109082AF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6" name="Group 35">
                  <a:extLst>
                    <a:ext uri="{FF2B5EF4-FFF2-40B4-BE49-F238E27FC236}">
                      <a16:creationId xmlns:a16="http://schemas.microsoft.com/office/drawing/2014/main" id="{E24D7200-718C-1F03-6154-C121CE065B06}"/>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40" name="Straight Connector 39">
                    <a:extLst>
                      <a:ext uri="{FF2B5EF4-FFF2-40B4-BE49-F238E27FC236}">
                        <a16:creationId xmlns:a16="http://schemas.microsoft.com/office/drawing/2014/main" id="{92B64D78-7934-3FE5-87D9-F3A7D5D6AD6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A497D00-6369-FB97-B6F8-5A6E5F82321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42" name="Rectangle 30">
                    <a:extLst>
                      <a:ext uri="{FF2B5EF4-FFF2-40B4-BE49-F238E27FC236}">
                        <a16:creationId xmlns:a16="http://schemas.microsoft.com/office/drawing/2014/main" id="{E7E05EA8-E3B5-A489-7929-069B330E97B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30">
                    <a:extLst>
                      <a:ext uri="{FF2B5EF4-FFF2-40B4-BE49-F238E27FC236}">
                        <a16:creationId xmlns:a16="http://schemas.microsoft.com/office/drawing/2014/main" id="{1B76326D-6549-36D1-8925-974843D03D2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7" name="Group 36">
                  <a:extLst>
                    <a:ext uri="{FF2B5EF4-FFF2-40B4-BE49-F238E27FC236}">
                      <a16:creationId xmlns:a16="http://schemas.microsoft.com/office/drawing/2014/main" id="{1F73DD90-9C8D-3260-09BF-779734AD5C8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8" name="Freeform: Shape 57">
                    <a:extLst>
                      <a:ext uri="{FF2B5EF4-FFF2-40B4-BE49-F238E27FC236}">
                        <a16:creationId xmlns:a16="http://schemas.microsoft.com/office/drawing/2014/main" id="{507ED09C-B71C-F301-CEBB-E4EAA116F42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9" name="Freeform: Shape 58">
                    <a:extLst>
                      <a:ext uri="{FF2B5EF4-FFF2-40B4-BE49-F238E27FC236}">
                        <a16:creationId xmlns:a16="http://schemas.microsoft.com/office/drawing/2014/main" id="{D0C5B0BC-51DA-81B3-9A19-E6FFDEC1B35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31" name="Group 30">
                <a:extLst>
                  <a:ext uri="{FF2B5EF4-FFF2-40B4-BE49-F238E27FC236}">
                    <a16:creationId xmlns:a16="http://schemas.microsoft.com/office/drawing/2014/main" id="{1F07DBFE-AC52-8CE2-60C8-996345985A3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32" name="Group 31">
                  <a:extLst>
                    <a:ext uri="{FF2B5EF4-FFF2-40B4-BE49-F238E27FC236}">
                      <a16:creationId xmlns:a16="http://schemas.microsoft.com/office/drawing/2014/main" id="{440BB012-2594-ED3D-1998-F8EFE65C0B5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34" name="Freeform 68">
                    <a:extLst>
                      <a:ext uri="{FF2B5EF4-FFF2-40B4-BE49-F238E27FC236}">
                        <a16:creationId xmlns:a16="http://schemas.microsoft.com/office/drawing/2014/main" id="{2DE4023E-BC6D-AEE3-5769-908F1479B57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35" name="Freeform 69">
                    <a:extLst>
                      <a:ext uri="{FF2B5EF4-FFF2-40B4-BE49-F238E27FC236}">
                        <a16:creationId xmlns:a16="http://schemas.microsoft.com/office/drawing/2014/main" id="{4806FFCC-55BD-F38B-78DA-C107F8CF77D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33" name="Line 70">
                  <a:extLst>
                    <a:ext uri="{FF2B5EF4-FFF2-40B4-BE49-F238E27FC236}">
                      <a16:creationId xmlns:a16="http://schemas.microsoft.com/office/drawing/2014/main" id="{09587BBE-7BD5-0A5E-5711-CE564167CC9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15" name="Group 14">
              <a:extLst>
                <a:ext uri="{FF2B5EF4-FFF2-40B4-BE49-F238E27FC236}">
                  <a16:creationId xmlns:a16="http://schemas.microsoft.com/office/drawing/2014/main" id="{AF9AFC1F-1EB3-9F87-5CDF-AE004E08D67F}"/>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6" name="Group 15">
                <a:extLst>
                  <a:ext uri="{FF2B5EF4-FFF2-40B4-BE49-F238E27FC236}">
                    <a16:creationId xmlns:a16="http://schemas.microsoft.com/office/drawing/2014/main" id="{48F2309A-4B72-CD70-792D-23EAFFDE6F82}"/>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22" name="Group 21">
                  <a:extLst>
                    <a:ext uri="{FF2B5EF4-FFF2-40B4-BE49-F238E27FC236}">
                      <a16:creationId xmlns:a16="http://schemas.microsoft.com/office/drawing/2014/main" id="{6627476C-BCF0-6A4D-02A4-526DFA603B51}"/>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6" name="Straight Connector 25">
                    <a:extLst>
                      <a:ext uri="{FF2B5EF4-FFF2-40B4-BE49-F238E27FC236}">
                        <a16:creationId xmlns:a16="http://schemas.microsoft.com/office/drawing/2014/main" id="{9D5AF189-B5B9-C29D-8E3E-EC8702F3676B}"/>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62D464E-7CBA-A8C2-96A1-F54CBF232F8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8" name="Rectangle 30">
                    <a:extLst>
                      <a:ext uri="{FF2B5EF4-FFF2-40B4-BE49-F238E27FC236}">
                        <a16:creationId xmlns:a16="http://schemas.microsoft.com/office/drawing/2014/main" id="{C9030B14-7F34-518E-7149-0A4306370AA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30">
                    <a:extLst>
                      <a:ext uri="{FF2B5EF4-FFF2-40B4-BE49-F238E27FC236}">
                        <a16:creationId xmlns:a16="http://schemas.microsoft.com/office/drawing/2014/main" id="{DCB4D896-DA64-0F12-3CA5-6161AB90C82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3" name="Group 22">
                  <a:extLst>
                    <a:ext uri="{FF2B5EF4-FFF2-40B4-BE49-F238E27FC236}">
                      <a16:creationId xmlns:a16="http://schemas.microsoft.com/office/drawing/2014/main" id="{1FB57B90-2476-D0DF-2C8B-7611AD6C9F8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24" name="Freeform: Shape 141">
                    <a:extLst>
                      <a:ext uri="{FF2B5EF4-FFF2-40B4-BE49-F238E27FC236}">
                        <a16:creationId xmlns:a16="http://schemas.microsoft.com/office/drawing/2014/main" id="{7F897B26-F7D8-0C81-447C-6942C7C6D04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25" name="Freeform: Shape 142">
                    <a:extLst>
                      <a:ext uri="{FF2B5EF4-FFF2-40B4-BE49-F238E27FC236}">
                        <a16:creationId xmlns:a16="http://schemas.microsoft.com/office/drawing/2014/main" id="{7BEC136A-9A82-57FB-E919-71BEDCF9DED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7" name="Group 16">
                <a:extLst>
                  <a:ext uri="{FF2B5EF4-FFF2-40B4-BE49-F238E27FC236}">
                    <a16:creationId xmlns:a16="http://schemas.microsoft.com/office/drawing/2014/main" id="{7924E014-70E2-35E1-4035-AFE4CB40E46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8" name="Group 17">
                  <a:extLst>
                    <a:ext uri="{FF2B5EF4-FFF2-40B4-BE49-F238E27FC236}">
                      <a16:creationId xmlns:a16="http://schemas.microsoft.com/office/drawing/2014/main" id="{D9F05B2C-AB75-E3C7-905F-DDFB7661C93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0" name="Freeform 68">
                    <a:extLst>
                      <a:ext uri="{FF2B5EF4-FFF2-40B4-BE49-F238E27FC236}">
                        <a16:creationId xmlns:a16="http://schemas.microsoft.com/office/drawing/2014/main" id="{4B2D29E0-A432-9BF7-4563-DA726502663A}"/>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1" name="Freeform 69">
                    <a:extLst>
                      <a:ext uri="{FF2B5EF4-FFF2-40B4-BE49-F238E27FC236}">
                        <a16:creationId xmlns:a16="http://schemas.microsoft.com/office/drawing/2014/main" id="{9FB0CA3B-A554-C7C6-489F-00CE622B0EB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9" name="Line 70">
                  <a:extLst>
                    <a:ext uri="{FF2B5EF4-FFF2-40B4-BE49-F238E27FC236}">
                      <a16:creationId xmlns:a16="http://schemas.microsoft.com/office/drawing/2014/main" id="{BE41ACB0-DD9C-5E88-F826-C4E99E1F0336}"/>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0" name="Title 9">
            <a:extLst>
              <a:ext uri="{FF2B5EF4-FFF2-40B4-BE49-F238E27FC236}">
                <a16:creationId xmlns:a16="http://schemas.microsoft.com/office/drawing/2014/main" id="{318DE55C-A74B-5D17-1D99-57F2DD93F3BB}"/>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bg1">
                    <a:lumMod val="75000"/>
                    <a:lumOff val="25000"/>
                  </a:schemeClr>
                </a:solidFill>
                <a:latin typeface="+mn-lt"/>
              </a:defRPr>
            </a:lvl1pPr>
          </a:lstStyle>
          <a:p>
            <a:r>
              <a:rPr lang="en-US"/>
              <a:t>Quote Author</a:t>
            </a:r>
          </a:p>
        </p:txBody>
      </p:sp>
      <p:sp>
        <p:nvSpPr>
          <p:cNvPr id="9" name="Content Placeholder 8">
            <a:extLst>
              <a:ext uri="{FF2B5EF4-FFF2-40B4-BE49-F238E27FC236}">
                <a16:creationId xmlns:a16="http://schemas.microsoft.com/office/drawing/2014/main" id="{E1BDC543-8F6B-6FBD-5568-8A52A08A7430}"/>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bg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lvl1pPr>
              <a:defRPr>
                <a:solidFill>
                  <a:schemeClr val="bg1">
                    <a:lumMod val="65000"/>
                    <a:lumOff val="35000"/>
                  </a:schemeClr>
                </a:solidFill>
              </a:defRPr>
            </a:lvl1p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lvl1pPr>
              <a:defRPr>
                <a:solidFill>
                  <a:schemeClr val="bg1">
                    <a:lumMod val="65000"/>
                    <a:lumOff val="35000"/>
                  </a:schemeClr>
                </a:solidFill>
              </a:defRPr>
            </a:lvl1p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8409992" y="6343955"/>
            <a:ext cx="429207" cy="365125"/>
          </a:xfrm>
          <a:prstGeom prst="rect">
            <a:avLst/>
          </a:prstGeom>
        </p:spPr>
        <p:txBody>
          <a:bodyPr>
            <a:noAutofit/>
          </a:bodyPr>
          <a:lstStyle>
            <a:lvl1pPr>
              <a:defRPr>
                <a:solidFill>
                  <a:schemeClr val="bg1">
                    <a:lumMod val="65000"/>
                    <a:lumOff val="35000"/>
                  </a:schemeClr>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256379703"/>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67AE449-03BC-35B0-AEC3-D45692970205}"/>
              </a:ext>
            </a:extLst>
          </p:cNvPr>
          <p:cNvGrpSpPr/>
          <p:nvPr userDrawn="1"/>
        </p:nvGrpSpPr>
        <p:grpSpPr>
          <a:xfrm flipH="1">
            <a:off x="10414450" y="651327"/>
            <a:ext cx="698051" cy="1372591"/>
            <a:chOff x="1079500" y="649304"/>
            <a:chExt cx="698051" cy="1372591"/>
          </a:xfrm>
        </p:grpSpPr>
        <p:sp>
          <p:nvSpPr>
            <p:cNvPr id="7" name="Oval 6">
              <a:extLst>
                <a:ext uri="{FF2B5EF4-FFF2-40B4-BE49-F238E27FC236}">
                  <a16:creationId xmlns:a16="http://schemas.microsoft.com/office/drawing/2014/main" id="{008CF3E6-E425-C72A-B625-CFCF163D32A5}"/>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20" name="Group 19">
              <a:extLst>
                <a:ext uri="{FF2B5EF4-FFF2-40B4-BE49-F238E27FC236}">
                  <a16:creationId xmlns:a16="http://schemas.microsoft.com/office/drawing/2014/main" id="{45CB0A9B-08FF-70E7-543A-C060A982F2CF}"/>
                </a:ext>
              </a:extLst>
            </p:cNvPr>
            <p:cNvGrpSpPr/>
            <p:nvPr/>
          </p:nvGrpSpPr>
          <p:grpSpPr>
            <a:xfrm rot="10800000">
              <a:off x="1079500" y="952167"/>
              <a:ext cx="641184" cy="1069728"/>
              <a:chOff x="6484111" y="2967038"/>
              <a:chExt cx="641184" cy="1069728"/>
            </a:xfrm>
          </p:grpSpPr>
          <p:grpSp>
            <p:nvGrpSpPr>
              <p:cNvPr id="21" name="Group 20">
                <a:extLst>
                  <a:ext uri="{FF2B5EF4-FFF2-40B4-BE49-F238E27FC236}">
                    <a16:creationId xmlns:a16="http://schemas.microsoft.com/office/drawing/2014/main" id="{145CACDA-2DE0-21D6-B8DB-F9BC62E49AF7}"/>
                  </a:ext>
                </a:extLst>
              </p:cNvPr>
              <p:cNvGrpSpPr/>
              <p:nvPr/>
            </p:nvGrpSpPr>
            <p:grpSpPr>
              <a:xfrm>
                <a:off x="6808136" y="2967038"/>
                <a:ext cx="317159" cy="932400"/>
                <a:chOff x="6808136" y="2967038"/>
                <a:chExt cx="317159" cy="932400"/>
              </a:xfrm>
            </p:grpSpPr>
            <p:sp>
              <p:nvSpPr>
                <p:cNvPr id="26" name="Freeform 68">
                  <a:extLst>
                    <a:ext uri="{FF2B5EF4-FFF2-40B4-BE49-F238E27FC236}">
                      <a16:creationId xmlns:a16="http://schemas.microsoft.com/office/drawing/2014/main" id="{11B46CF9-4D52-6D2F-6FEA-67C5FD728C54}"/>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7" name="Freeform 69">
                  <a:extLst>
                    <a:ext uri="{FF2B5EF4-FFF2-40B4-BE49-F238E27FC236}">
                      <a16:creationId xmlns:a16="http://schemas.microsoft.com/office/drawing/2014/main" id="{E3F7DC37-85A3-8DBC-5517-FC5DDD800D21}"/>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8" name="Line 70">
                  <a:extLst>
                    <a:ext uri="{FF2B5EF4-FFF2-40B4-BE49-F238E27FC236}">
                      <a16:creationId xmlns:a16="http://schemas.microsoft.com/office/drawing/2014/main" id="{FE216884-0A7A-4FBD-E4AC-20BA199D8706}"/>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Group 21">
                <a:extLst>
                  <a:ext uri="{FF2B5EF4-FFF2-40B4-BE49-F238E27FC236}">
                    <a16:creationId xmlns:a16="http://schemas.microsoft.com/office/drawing/2014/main" id="{3930D45B-64C3-F88B-4F01-D0155582FAA1}"/>
                  </a:ext>
                </a:extLst>
              </p:cNvPr>
              <p:cNvGrpSpPr/>
              <p:nvPr/>
            </p:nvGrpSpPr>
            <p:grpSpPr>
              <a:xfrm rot="18900000" flipH="1">
                <a:off x="6484111" y="3104366"/>
                <a:ext cx="317159" cy="932400"/>
                <a:chOff x="6808136" y="2967038"/>
                <a:chExt cx="317159" cy="932400"/>
              </a:xfrm>
            </p:grpSpPr>
            <p:sp>
              <p:nvSpPr>
                <p:cNvPr id="23" name="Freeform 68">
                  <a:extLst>
                    <a:ext uri="{FF2B5EF4-FFF2-40B4-BE49-F238E27FC236}">
                      <a16:creationId xmlns:a16="http://schemas.microsoft.com/office/drawing/2014/main" id="{154D7DF8-2B62-B394-8B97-0C34D9539D31}"/>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4" name="Freeform 69">
                  <a:extLst>
                    <a:ext uri="{FF2B5EF4-FFF2-40B4-BE49-F238E27FC236}">
                      <a16:creationId xmlns:a16="http://schemas.microsoft.com/office/drawing/2014/main" id="{302D7518-34D2-F390-F337-D7BFE83E8D76}"/>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5" name="Line 70">
                  <a:extLst>
                    <a:ext uri="{FF2B5EF4-FFF2-40B4-BE49-F238E27FC236}">
                      <a16:creationId xmlns:a16="http://schemas.microsoft.com/office/drawing/2014/main" id="{68A249B2-F6A7-C4B8-ABD8-196C683EDA4D}"/>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11" name="Title 9">
            <a:extLst>
              <a:ext uri="{FF2B5EF4-FFF2-40B4-BE49-F238E27FC236}">
                <a16:creationId xmlns:a16="http://schemas.microsoft.com/office/drawing/2014/main" id="{5998F931-A369-4286-5D28-0D0CED7BC240}"/>
              </a:ext>
            </a:extLst>
          </p:cNvPr>
          <p:cNvSpPr>
            <a:spLocks noGrp="1"/>
          </p:cNvSpPr>
          <p:nvPr>
            <p:ph type="title" hasCustomPrompt="1"/>
          </p:nvPr>
        </p:nvSpPr>
        <p:spPr>
          <a:xfrm>
            <a:off x="612648" y="4617354"/>
            <a:ext cx="8226551" cy="1545333"/>
          </a:xfrm>
        </p:spPr>
        <p:txBody>
          <a:bodyPr anchor="t"/>
          <a:lstStyle>
            <a:lvl1pPr>
              <a:lnSpc>
                <a:spcPct val="120000"/>
              </a:lnSpc>
              <a:defRPr sz="1800">
                <a:solidFill>
                  <a:schemeClr val="tx1">
                    <a:lumMod val="75000"/>
                    <a:lumOff val="25000"/>
                  </a:schemeClr>
                </a:solidFill>
                <a:latin typeface="+mn-lt"/>
              </a:defRPr>
            </a:lvl1pPr>
          </a:lstStyle>
          <a:p>
            <a:r>
              <a:rPr lang="en-US"/>
              <a:t>Quote Author</a:t>
            </a:r>
          </a:p>
        </p:txBody>
      </p:sp>
      <p:sp>
        <p:nvSpPr>
          <p:cNvPr id="8" name="Content Placeholder 8">
            <a:extLst>
              <a:ext uri="{FF2B5EF4-FFF2-40B4-BE49-F238E27FC236}">
                <a16:creationId xmlns:a16="http://schemas.microsoft.com/office/drawing/2014/main" id="{D3ED1498-0FE4-6EE1-2592-BE169CAAD957}"/>
              </a:ext>
            </a:extLst>
          </p:cNvPr>
          <p:cNvSpPr>
            <a:spLocks noGrp="1"/>
          </p:cNvSpPr>
          <p:nvPr>
            <p:ph sz="quarter" idx="14" hasCustomPrompt="1"/>
          </p:nvPr>
        </p:nvSpPr>
        <p:spPr>
          <a:xfrm>
            <a:off x="612646" y="1188413"/>
            <a:ext cx="8229600" cy="2925763"/>
          </a:xfrm>
        </p:spPr>
        <p:txBody>
          <a:bodyPr anchor="b"/>
          <a:lstStyle>
            <a:lvl1pPr>
              <a:defRPr sz="4000" cap="all" baseline="0">
                <a:solidFill>
                  <a:schemeClr val="tx1">
                    <a:lumMod val="75000"/>
                    <a:lumOff val="25000"/>
                  </a:schemeClr>
                </a:solidFill>
                <a:latin typeface="+mj-lt"/>
              </a:defRPr>
            </a:lvl1pPr>
          </a:lstStyle>
          <a:p>
            <a:pPr lvl="0"/>
            <a:r>
              <a:rPr lang="en-US"/>
              <a:t>Click to add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253289949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81037"/>
            <a:ext cx="10963655" cy="919162"/>
          </a:xfrm>
          <a:prstGeom prst="rect">
            <a:avLst/>
          </a:prstGeom>
        </p:spPr>
        <p:txBody>
          <a:bodyPr anchor="b">
            <a:noAutofit/>
          </a:bodyPr>
          <a:lstStyle/>
          <a:p>
            <a:r>
              <a:rPr lang="en-US"/>
              <a:t>Click to edit Master title style</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1065" y="1825625"/>
            <a:ext cx="5075237" cy="435133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168889961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13C3CA2-C6C0-82E2-7C81-4006F6A44BAF}"/>
              </a:ext>
            </a:extLst>
          </p:cNvPr>
          <p:cNvSpPr>
            <a:spLocks noGrp="1"/>
          </p:cNvSpPr>
          <p:nvPr>
            <p:ph type="title"/>
          </p:nvPr>
        </p:nvSpPr>
        <p:spPr>
          <a:xfrm>
            <a:off x="612647" y="676656"/>
            <a:ext cx="10963655" cy="919163"/>
          </a:xfrm>
          <a:prstGeom prst="rect">
            <a:avLst/>
          </a:prstGeom>
        </p:spPr>
        <p:txBody>
          <a:bodyPr anchor="b">
            <a:noAutofit/>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700" y="1685735"/>
            <a:ext cx="5074602" cy="559834"/>
          </a:xfrm>
        </p:spPr>
        <p:txBody>
          <a:bodyPr anchor="b">
            <a:noAutofit/>
          </a:bodyPr>
          <a:lstStyle>
            <a:lvl1pPr marL="0" indent="0">
              <a:lnSpc>
                <a:spcPct val="90000"/>
              </a:lnSpc>
              <a:buNone/>
              <a:defRPr sz="14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64" y="2387600"/>
            <a:ext cx="5075238" cy="3786188"/>
          </a:xfrm>
        </p:spPr>
        <p:txBody>
          <a:bodyPr>
            <a:noAutofit/>
          </a:bodyPr>
          <a:lstStyle>
            <a:lvl1pPr>
              <a:defRPr sz="1400"/>
            </a:lvl1pPr>
            <a:lvl2pPr>
              <a:defRPr sz="1400"/>
            </a:lvl2pPr>
            <a:lvl3pPr>
              <a:defRPr sz="14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a:xfrm>
            <a:off x="612647" y="6343955"/>
            <a:ext cx="2202644" cy="365125"/>
          </a:xfrm>
          <a:prstGeom prst="rect">
            <a:avLst/>
          </a:prstGeom>
        </p:spPr>
        <p:txBody>
          <a:bodyPr>
            <a:noAutofit/>
          </a:bodyPr>
          <a:lstStyle/>
          <a:p>
            <a:r>
              <a:rPr lang="en-US"/>
              <a:t>20xx</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a:xfrm>
            <a:off x="4693298" y="6343955"/>
            <a:ext cx="2805405" cy="365125"/>
          </a:xfrm>
          <a:prstGeom prst="rect">
            <a:avLst/>
          </a:prstGeom>
        </p:spPr>
        <p:txBody>
          <a:bodyPr>
            <a:noAutofit/>
          </a:bodyPr>
          <a:lstStyle/>
          <a:p>
            <a:r>
              <a:rPr lang="en-US"/>
              <a:t>Sample Footer Text</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a:xfrm>
            <a:off x="11147096" y="6343955"/>
            <a:ext cx="429207" cy="365125"/>
          </a:xfrm>
          <a:prstGeom prst="rect">
            <a:avLst/>
          </a:prstGeom>
        </p:spPr>
        <p:txBody>
          <a:bodyPr>
            <a:noAutofit/>
          </a:bodyPr>
          <a:lstStyle/>
          <a:p>
            <a:fld id="{AEAA3239-9EA4-4A65-A281-97F994456D9F}" type="slidenum">
              <a:rPr lang="en-US" smtClean="0"/>
              <a:t>‹#›</a:t>
            </a:fld>
            <a:endParaRPr lang="en-US"/>
          </a:p>
        </p:txBody>
      </p:sp>
    </p:spTree>
    <p:extLst>
      <p:ext uri="{BB962C8B-B14F-4D97-AF65-F5344CB8AC3E}">
        <p14:creationId xmlns:p14="http://schemas.microsoft.com/office/powerpoint/2010/main" val="42665113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8903FFA5-BEAF-26BB-1ECD-2D735E8BD7DD}"/>
              </a:ext>
            </a:extLst>
          </p:cNvPr>
          <p:cNvSpPr>
            <a:spLocks noGrp="1"/>
          </p:cNvSpPr>
          <p:nvPr>
            <p:ph type="title"/>
          </p:nvPr>
        </p:nvSpPr>
        <p:spPr>
          <a:xfrm>
            <a:off x="612647" y="681036"/>
            <a:ext cx="10963655" cy="919163"/>
          </a:xfrm>
          <a:prstGeom prst="rect">
            <a:avLst/>
          </a:prstGeo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360112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8402291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6C1B688C-63E7-2BFF-102C-4E3B1DCC94C7}"/>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itle 1">
            <a:extLst>
              <a:ext uri="{FF2B5EF4-FFF2-40B4-BE49-F238E27FC236}">
                <a16:creationId xmlns:a16="http://schemas.microsoft.com/office/drawing/2014/main" id="{375B801E-7C84-0C81-3226-862EED76EB2C}"/>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13" name="Text Placeholder 3">
            <a:extLst>
              <a:ext uri="{FF2B5EF4-FFF2-40B4-BE49-F238E27FC236}">
                <a16:creationId xmlns:a16="http://schemas.microsoft.com/office/drawing/2014/main" id="{6C0B5703-D4E0-53FF-A33C-315D4E49C99E}"/>
              </a:ext>
            </a:extLst>
          </p:cNvPr>
          <p:cNvSpPr>
            <a:spLocks noGrp="1"/>
          </p:cNvSpPr>
          <p:nvPr>
            <p:ph type="body" sz="half" idx="2"/>
          </p:nvPr>
        </p:nvSpPr>
        <p:spPr>
          <a:xfrm>
            <a:off x="612648" y="3046191"/>
            <a:ext cx="3654552" cy="3126009"/>
          </a:xfrm>
        </p:spPr>
        <p:txBody>
          <a:bodyPr anchor="b">
            <a:no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81600" y="685800"/>
            <a:ext cx="6393366" cy="5486400"/>
          </a:xfrm>
        </p:spPr>
        <p:txBody>
          <a:bodyPr vert="horz" lIns="91440" tIns="45720" rIns="91440" bIns="45720" rtlCol="0" anchor="b">
            <a:noAutofit/>
          </a:bodyPr>
          <a:lstStyle>
            <a:lvl1pPr>
              <a:defRPr lang="en-US" sz="1400" dirty="0"/>
            </a:lvl1pPr>
            <a:lvl2pPr>
              <a:defRPr lang="en-US" sz="1400" dirty="0"/>
            </a:lvl2pPr>
            <a:lvl3pPr>
              <a:defRPr lang="en-US" sz="1400" dirty="0"/>
            </a:lvl3pPr>
            <a:lvl4pPr>
              <a:defRPr lang="en-US" sz="1400" dirty="0"/>
            </a:lvl4pPr>
            <a:lvl5pPr>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9580699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cxnSp>
        <p:nvCxnSpPr>
          <p:cNvPr id="3" name="Straight Connector 2">
            <a:extLst>
              <a:ext uri="{FF2B5EF4-FFF2-40B4-BE49-F238E27FC236}">
                <a16:creationId xmlns:a16="http://schemas.microsoft.com/office/drawing/2014/main" id="{7119A23E-A7C2-F4A1-F34A-78CDAAE39652}"/>
              </a:ext>
            </a:extLst>
          </p:cNvPr>
          <p:cNvCxnSpPr>
            <a:cxnSpLocks/>
          </p:cNvCxnSpPr>
          <p:nvPr userDrawn="1"/>
        </p:nvCxnSpPr>
        <p:spPr>
          <a:xfrm>
            <a:off x="714375" y="2780396"/>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6E523965-95D5-2048-A337-42CF57714A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81600" y="685800"/>
            <a:ext cx="6394703" cy="5486400"/>
          </a:xfrm>
          <a:prstGeom prst="rect">
            <a:avLst/>
          </a:prstGeom>
          <a:solidFill>
            <a:srgbClr val="FFFFFF">
              <a:alpha val="5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alpha val="20000"/>
                </a:schemeClr>
              </a:solidFill>
            </a:endParaRPr>
          </a:p>
        </p:txBody>
      </p:sp>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09600" y="685800"/>
            <a:ext cx="3657600" cy="1828800"/>
          </a:xfrm>
          <a:prstGeom prst="rect">
            <a:avLst/>
          </a:prstGeom>
        </p:spPr>
        <p:txBody>
          <a:bodyPr anchor="b">
            <a:noAutofit/>
          </a:bodyPr>
          <a:lstStyle>
            <a:lvl1pPr>
              <a:defRPr sz="3200"/>
            </a:lvl1pPr>
          </a:lstStyle>
          <a:p>
            <a:r>
              <a:rPr lang="en-US"/>
              <a:t>Click to edit Master title style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3046191"/>
            <a:ext cx="3654552" cy="3126009"/>
          </a:xfrm>
        </p:spPr>
        <p:txBody>
          <a:bodyPr anchor="t">
            <a:no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Picture Placeholder 13">
            <a:extLst>
              <a:ext uri="{FF2B5EF4-FFF2-40B4-BE49-F238E27FC236}">
                <a16:creationId xmlns:a16="http://schemas.microsoft.com/office/drawing/2014/main" id="{F5C634D1-455E-26F8-956F-445295F9C740}"/>
              </a:ext>
            </a:extLst>
          </p:cNvPr>
          <p:cNvSpPr>
            <a:spLocks noGrp="1"/>
          </p:cNvSpPr>
          <p:nvPr>
            <p:ph type="pic" sz="quarter" idx="15" hasCustomPrompt="1"/>
          </p:nvPr>
        </p:nvSpPr>
        <p:spPr>
          <a:xfrm>
            <a:off x="5457443" y="960120"/>
            <a:ext cx="5843016" cy="4937760"/>
          </a:xfrm>
          <a:blipFill>
            <a:blip r:embed="rId2">
              <a:alphaModFix amt="60000"/>
            </a:blip>
            <a:stretch>
              <a:fillRect/>
            </a:stretch>
          </a:blipFill>
        </p:spPr>
        <p:txBody>
          <a:bodyPr/>
          <a:lstStyle>
            <a:lvl1pPr>
              <a:defRPr/>
            </a:lvl1pPr>
          </a:lstStyle>
          <a:p>
            <a:r>
              <a:rPr lang="en-US"/>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a:xfrm>
            <a:off x="612647" y="6343955"/>
            <a:ext cx="2202644" cy="365125"/>
          </a:xfrm>
          <a:prstGeom prst="rect">
            <a:avLst/>
          </a:prstGeom>
        </p:spPr>
        <p:txBody>
          <a:bodyPr/>
          <a:lstStyle/>
          <a:p>
            <a:r>
              <a:rPr lang="en-US"/>
              <a:t>20xx</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a:xfrm>
            <a:off x="4693298" y="6343955"/>
            <a:ext cx="2805405" cy="365125"/>
          </a:xfrm>
          <a:prstGeom prst="rect">
            <a:avLst/>
          </a:prstGeom>
        </p:spPr>
        <p:txBody>
          <a:bodyPr/>
          <a:lstStyle/>
          <a:p>
            <a:r>
              <a:rPr lang="en-US"/>
              <a:t>Sample Footer Text</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a:xfrm>
            <a:off x="11147096" y="6343955"/>
            <a:ext cx="429207" cy="365125"/>
          </a:xfrm>
          <a:prstGeom prst="rect">
            <a:avLst/>
          </a:prstGeo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6663608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8" y="685802"/>
            <a:ext cx="9146080"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429000"/>
            <a:ext cx="9145953"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11147096"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3" name="Straight Connector 2">
            <a:extLst>
              <a:ext uri="{FF2B5EF4-FFF2-40B4-BE49-F238E27FC236}">
                <a16:creationId xmlns:a16="http://schemas.microsoft.com/office/drawing/2014/main" id="{93A21DAF-0680-3109-32D1-F2152B86C712}"/>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grpSp>
        <p:nvGrpSpPr>
          <p:cNvPr id="7" name="Group 6">
            <a:extLst>
              <a:ext uri="{FF2B5EF4-FFF2-40B4-BE49-F238E27FC236}">
                <a16:creationId xmlns:a16="http://schemas.microsoft.com/office/drawing/2014/main" id="{1AC9AAAA-FF68-58B0-6AD3-81DAA78B9D79}"/>
              </a:ext>
            </a:extLst>
          </p:cNvPr>
          <p:cNvGrpSpPr/>
          <p:nvPr userDrawn="1"/>
        </p:nvGrpSpPr>
        <p:grpSpPr>
          <a:xfrm flipH="1">
            <a:off x="10414450" y="651327"/>
            <a:ext cx="698051" cy="1372591"/>
            <a:chOff x="1079500" y="649304"/>
            <a:chExt cx="698051" cy="1372591"/>
          </a:xfrm>
        </p:grpSpPr>
        <p:sp>
          <p:nvSpPr>
            <p:cNvPr id="9" name="Oval 8">
              <a:extLst>
                <a:ext uri="{FF2B5EF4-FFF2-40B4-BE49-F238E27FC236}">
                  <a16:creationId xmlns:a16="http://schemas.microsoft.com/office/drawing/2014/main" id="{59B2EA1E-B452-6BA4-E61C-1E0C336E7707}"/>
                </a:ext>
              </a:extLst>
            </p:cNvPr>
            <p:cNvSpPr/>
            <p:nvPr/>
          </p:nvSpPr>
          <p:spPr>
            <a:xfrm>
              <a:off x="1437136" y="649304"/>
              <a:ext cx="340415" cy="340415"/>
            </a:xfrm>
            <a:prstGeom prst="ellipse">
              <a:avLst/>
            </a:pr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pPr lvl="0"/>
              <a:endParaRPr lang="en-US">
                <a:solidFill>
                  <a:schemeClr val="tx1"/>
                </a:solidFill>
              </a:endParaRPr>
            </a:p>
          </p:txBody>
        </p:sp>
        <p:grpSp>
          <p:nvGrpSpPr>
            <p:cNvPr id="10" name="Group 9">
              <a:extLst>
                <a:ext uri="{FF2B5EF4-FFF2-40B4-BE49-F238E27FC236}">
                  <a16:creationId xmlns:a16="http://schemas.microsoft.com/office/drawing/2014/main" id="{0DDB7CD0-2D95-5BC6-ABC1-BC54BD6C4008}"/>
                </a:ext>
              </a:extLst>
            </p:cNvPr>
            <p:cNvGrpSpPr/>
            <p:nvPr/>
          </p:nvGrpSpPr>
          <p:grpSpPr>
            <a:xfrm rot="10800000">
              <a:off x="1079500" y="952167"/>
              <a:ext cx="641184" cy="1069728"/>
              <a:chOff x="6484111" y="2967038"/>
              <a:chExt cx="641184" cy="1069728"/>
            </a:xfrm>
          </p:grpSpPr>
          <p:grpSp>
            <p:nvGrpSpPr>
              <p:cNvPr id="11" name="Group 10">
                <a:extLst>
                  <a:ext uri="{FF2B5EF4-FFF2-40B4-BE49-F238E27FC236}">
                    <a16:creationId xmlns:a16="http://schemas.microsoft.com/office/drawing/2014/main" id="{23D6FAD6-E7B1-971D-C962-F317FFDDF1A3}"/>
                  </a:ext>
                </a:extLst>
              </p:cNvPr>
              <p:cNvGrpSpPr/>
              <p:nvPr/>
            </p:nvGrpSpPr>
            <p:grpSpPr>
              <a:xfrm>
                <a:off x="6808136" y="2967038"/>
                <a:ext cx="317159" cy="932400"/>
                <a:chOff x="6808136" y="2967038"/>
                <a:chExt cx="317159" cy="932400"/>
              </a:xfrm>
            </p:grpSpPr>
            <p:sp>
              <p:nvSpPr>
                <p:cNvPr id="16" name="Freeform 68">
                  <a:extLst>
                    <a:ext uri="{FF2B5EF4-FFF2-40B4-BE49-F238E27FC236}">
                      <a16:creationId xmlns:a16="http://schemas.microsoft.com/office/drawing/2014/main" id="{FEFA5D29-9BA3-B2B0-658F-41E3FAAA39F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7" name="Freeform 69">
                  <a:extLst>
                    <a:ext uri="{FF2B5EF4-FFF2-40B4-BE49-F238E27FC236}">
                      <a16:creationId xmlns:a16="http://schemas.microsoft.com/office/drawing/2014/main" id="{F580CDFE-3C7E-D23E-EAA5-DD38817443A3}"/>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Line 70">
                  <a:extLst>
                    <a:ext uri="{FF2B5EF4-FFF2-40B4-BE49-F238E27FC236}">
                      <a16:creationId xmlns:a16="http://schemas.microsoft.com/office/drawing/2014/main" id="{667E0D1B-7B9B-7A39-6166-7AFCC9386B15}"/>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nvGrpSpPr>
              <p:cNvPr id="12" name="Group 11">
                <a:extLst>
                  <a:ext uri="{FF2B5EF4-FFF2-40B4-BE49-F238E27FC236}">
                    <a16:creationId xmlns:a16="http://schemas.microsoft.com/office/drawing/2014/main" id="{EA8D3FD9-9675-FFF0-644E-B5C1A1ECE835}"/>
                  </a:ext>
                </a:extLst>
              </p:cNvPr>
              <p:cNvGrpSpPr/>
              <p:nvPr/>
            </p:nvGrpSpPr>
            <p:grpSpPr>
              <a:xfrm rot="18900000" flipH="1">
                <a:off x="6484111" y="3104366"/>
                <a:ext cx="317159" cy="932400"/>
                <a:chOff x="6808136" y="2967038"/>
                <a:chExt cx="317159" cy="932400"/>
              </a:xfrm>
            </p:grpSpPr>
            <p:sp>
              <p:nvSpPr>
                <p:cNvPr id="13" name="Freeform 68">
                  <a:extLst>
                    <a:ext uri="{FF2B5EF4-FFF2-40B4-BE49-F238E27FC236}">
                      <a16:creationId xmlns:a16="http://schemas.microsoft.com/office/drawing/2014/main" id="{82ABA779-0915-5846-DFC5-5E96B4A97230}"/>
                    </a:ext>
                  </a:extLst>
                </p:cNvPr>
                <p:cNvSpPr>
                  <a:spLocks/>
                </p:cNvSpPr>
                <p:nvPr/>
              </p:nvSpPr>
              <p:spPr bwMode="auto">
                <a:xfrm>
                  <a:off x="6808136" y="2967038"/>
                  <a:ext cx="159772" cy="710627"/>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4" name="Freeform 69">
                  <a:extLst>
                    <a:ext uri="{FF2B5EF4-FFF2-40B4-BE49-F238E27FC236}">
                      <a16:creationId xmlns:a16="http://schemas.microsoft.com/office/drawing/2014/main" id="{75B608AC-7F9B-F6BF-06DF-231BBDA3AFEB}"/>
                    </a:ext>
                  </a:extLst>
                </p:cNvPr>
                <p:cNvSpPr>
                  <a:spLocks/>
                </p:cNvSpPr>
                <p:nvPr/>
              </p:nvSpPr>
              <p:spPr bwMode="auto">
                <a:xfrm>
                  <a:off x="6967908" y="2967038"/>
                  <a:ext cx="157387" cy="710627"/>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Line 70">
                  <a:extLst>
                    <a:ext uri="{FF2B5EF4-FFF2-40B4-BE49-F238E27FC236}">
                      <a16:creationId xmlns:a16="http://schemas.microsoft.com/office/drawing/2014/main" id="{2D2E2887-1666-122F-B8DA-A4C029AAA7A2}"/>
                    </a:ext>
                  </a:extLst>
                </p:cNvPr>
                <p:cNvSpPr>
                  <a:spLocks noChangeShapeType="1"/>
                </p:cNvSpPr>
                <p:nvPr/>
              </p:nvSpPr>
              <p:spPr bwMode="auto">
                <a:xfrm flipV="1">
                  <a:off x="6967908" y="2967038"/>
                  <a:ext cx="0" cy="932400"/>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2205699878"/>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Pr>
        <a:solidFill>
          <a:schemeClr val="bg2"/>
        </a:solidFill>
        <a:effectLst/>
      </p:bgPr>
    </p:bg>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F2898B5F-AB7B-74C1-BF81-2EBBA277CB0A}"/>
              </a:ext>
            </a:extLst>
          </p:cNvPr>
          <p:cNvGrpSpPr/>
          <p:nvPr/>
        </p:nvGrpSpPr>
        <p:grpSpPr>
          <a:xfrm flipH="1">
            <a:off x="9740417" y="457964"/>
            <a:ext cx="2227875" cy="5970551"/>
            <a:chOff x="9740417" y="457964"/>
            <a:chExt cx="2227875" cy="5970551"/>
          </a:xfrm>
        </p:grpSpPr>
        <p:grpSp>
          <p:nvGrpSpPr>
            <p:cNvPr id="8" name="Group 7">
              <a:extLst>
                <a:ext uri="{FF2B5EF4-FFF2-40B4-BE49-F238E27FC236}">
                  <a16:creationId xmlns:a16="http://schemas.microsoft.com/office/drawing/2014/main" id="{A5AD13E4-C736-C4D0-3329-881CFA91CCF8}"/>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9757063" y="457964"/>
              <a:ext cx="2211229" cy="2707415"/>
              <a:chOff x="9728105" y="457964"/>
              <a:chExt cx="2211229" cy="2707415"/>
            </a:xfrm>
          </p:grpSpPr>
          <p:grpSp>
            <p:nvGrpSpPr>
              <p:cNvPr id="24" name="Group 23">
                <a:extLst>
                  <a:ext uri="{FF2B5EF4-FFF2-40B4-BE49-F238E27FC236}">
                    <a16:creationId xmlns:a16="http://schemas.microsoft.com/office/drawing/2014/main" id="{9D7712BC-206D-B1BF-26E4-F924E900D1E4}"/>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30" name="Group 29">
                  <a:extLst>
                    <a:ext uri="{FF2B5EF4-FFF2-40B4-BE49-F238E27FC236}">
                      <a16:creationId xmlns:a16="http://schemas.microsoft.com/office/drawing/2014/main" id="{B4DD0FA9-35AD-B9CB-6A43-73FB16AA4B5C}"/>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34" name="Straight Connector 33">
                    <a:extLst>
                      <a:ext uri="{FF2B5EF4-FFF2-40B4-BE49-F238E27FC236}">
                        <a16:creationId xmlns:a16="http://schemas.microsoft.com/office/drawing/2014/main" id="{B34DDA94-22F2-1094-2D3C-DBDC0C363AF0}"/>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55A45A38-9585-93BE-7D81-140D05F385E2}"/>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36" name="Rectangle 30">
                    <a:extLst>
                      <a:ext uri="{FF2B5EF4-FFF2-40B4-BE49-F238E27FC236}">
                        <a16:creationId xmlns:a16="http://schemas.microsoft.com/office/drawing/2014/main" id="{A3E11012-B90B-F52F-7684-926CA336E9F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0">
                    <a:extLst>
                      <a:ext uri="{FF2B5EF4-FFF2-40B4-BE49-F238E27FC236}">
                        <a16:creationId xmlns:a16="http://schemas.microsoft.com/office/drawing/2014/main" id="{BE5AA1E3-A11C-0373-1D61-D0A9FE4617E9}"/>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 name="Group 30">
                  <a:extLst>
                    <a:ext uri="{FF2B5EF4-FFF2-40B4-BE49-F238E27FC236}">
                      <a16:creationId xmlns:a16="http://schemas.microsoft.com/office/drawing/2014/main" id="{21D63B7A-DDB4-2C0B-1728-0D718F9E394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32" name="Freeform: Shape 57">
                    <a:extLst>
                      <a:ext uri="{FF2B5EF4-FFF2-40B4-BE49-F238E27FC236}">
                        <a16:creationId xmlns:a16="http://schemas.microsoft.com/office/drawing/2014/main" id="{80E2BC7D-E4BD-1454-C098-E5EDE269633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33" name="Freeform: Shape 58">
                    <a:extLst>
                      <a:ext uri="{FF2B5EF4-FFF2-40B4-BE49-F238E27FC236}">
                        <a16:creationId xmlns:a16="http://schemas.microsoft.com/office/drawing/2014/main" id="{B661F348-951D-D355-FE18-B5392C718B4E}"/>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25" name="Group 24">
                <a:extLst>
                  <a:ext uri="{FF2B5EF4-FFF2-40B4-BE49-F238E27FC236}">
                    <a16:creationId xmlns:a16="http://schemas.microsoft.com/office/drawing/2014/main" id="{58E45DB4-7A7F-E7F2-6CCB-5E6213440C00}"/>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26" name="Group 25">
                  <a:extLst>
                    <a:ext uri="{FF2B5EF4-FFF2-40B4-BE49-F238E27FC236}">
                      <a16:creationId xmlns:a16="http://schemas.microsoft.com/office/drawing/2014/main" id="{2D224138-06E2-E0AF-DE3A-E57A3358CB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28" name="Freeform 68">
                    <a:extLst>
                      <a:ext uri="{FF2B5EF4-FFF2-40B4-BE49-F238E27FC236}">
                        <a16:creationId xmlns:a16="http://schemas.microsoft.com/office/drawing/2014/main" id="{01AC57F7-CE8B-F99B-0F9A-7BEE21F86512}"/>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29" name="Freeform 69">
                    <a:extLst>
                      <a:ext uri="{FF2B5EF4-FFF2-40B4-BE49-F238E27FC236}">
                        <a16:creationId xmlns:a16="http://schemas.microsoft.com/office/drawing/2014/main" id="{BCF0D402-7FE4-9FAC-4BC6-9DD325D1BCE3}"/>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27" name="Line 70">
                  <a:extLst>
                    <a:ext uri="{FF2B5EF4-FFF2-40B4-BE49-F238E27FC236}">
                      <a16:creationId xmlns:a16="http://schemas.microsoft.com/office/drawing/2014/main" id="{D05FDF64-168D-467A-6A78-2FA456716EDB}"/>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nvGrpSpPr>
            <p:cNvPr id="9" name="Group 8">
              <a:extLst>
                <a:ext uri="{FF2B5EF4-FFF2-40B4-BE49-F238E27FC236}">
                  <a16:creationId xmlns:a16="http://schemas.microsoft.com/office/drawing/2014/main" id="{F8D64388-EE11-3AC7-CE32-5F667F63F5A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flipV="1">
              <a:off x="9740417" y="3721100"/>
              <a:ext cx="2211229" cy="2707415"/>
              <a:chOff x="9728105" y="457964"/>
              <a:chExt cx="2211229" cy="2707415"/>
            </a:xfrm>
          </p:grpSpPr>
          <p:grpSp>
            <p:nvGrpSpPr>
              <p:cNvPr id="10" name="Group 9">
                <a:extLst>
                  <a:ext uri="{FF2B5EF4-FFF2-40B4-BE49-F238E27FC236}">
                    <a16:creationId xmlns:a16="http://schemas.microsoft.com/office/drawing/2014/main" id="{4A27A44E-F151-2A8C-9338-9747085C3EEA}"/>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2700000">
                <a:off x="9940728" y="245341"/>
                <a:ext cx="1785984" cy="2211229"/>
                <a:chOff x="3125006" y="3171595"/>
                <a:chExt cx="1785984" cy="2211229"/>
              </a:xfrm>
            </p:grpSpPr>
            <p:grpSp>
              <p:nvGrpSpPr>
                <p:cNvPr id="16" name="Group 15">
                  <a:extLst>
                    <a:ext uri="{FF2B5EF4-FFF2-40B4-BE49-F238E27FC236}">
                      <a16:creationId xmlns:a16="http://schemas.microsoft.com/office/drawing/2014/main" id="{20BD2E44-9A02-DE19-97AB-DCFC7164C97E}"/>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36819" y="3174345"/>
                  <a:ext cx="1760933" cy="2208479"/>
                  <a:chOff x="4749017" y="2998646"/>
                  <a:chExt cx="1760933" cy="2208479"/>
                </a:xfrm>
              </p:grpSpPr>
              <p:cxnSp>
                <p:nvCxnSpPr>
                  <p:cNvPr id="20" name="Straight Connector 19">
                    <a:extLst>
                      <a:ext uri="{FF2B5EF4-FFF2-40B4-BE49-F238E27FC236}">
                        <a16:creationId xmlns:a16="http://schemas.microsoft.com/office/drawing/2014/main" id="{942C6307-1DD8-4291-5F56-1C701B3F1313}"/>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flipH="1">
                    <a:off x="5630197" y="2998646"/>
                    <a:ext cx="0" cy="2208479"/>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BAF2483-2C50-41D9-2806-86B3EA8B526A}"/>
                      </a:ext>
                      <a:ext uri="{C183D7F6-B498-43B3-948B-1728B52AA6E4}">
                        <adec:decorative xmlns:adec="http://schemas.microsoft.com/office/drawing/2017/decorative" val="1"/>
                      </a:ext>
                    </a:extLst>
                  </p:cNvPr>
                  <p:cNvCxnSpPr>
                    <a:cxnSpLocks noChangeAspect="1"/>
                  </p:cNvCxnSpPr>
                  <p:nvPr>
                    <p:extLst>
                      <p:ext uri="{386F3935-93C4-4BCD-93E2-E3B085C9AB24}">
                        <p16:designElem xmlns:p16="http://schemas.microsoft.com/office/powerpoint/2015/main" val="1"/>
                      </p:ext>
                    </p:extLst>
                  </p:nvPr>
                </p:nvCxnSpPr>
                <p:spPr>
                  <a:xfrm rot="10800000" flipH="1">
                    <a:off x="4749017" y="4416771"/>
                    <a:ext cx="1760933" cy="0"/>
                  </a:xfrm>
                  <a:prstGeom prst="line">
                    <a:avLst/>
                  </a:prstGeom>
                  <a:ln w="12700">
                    <a:solidFill>
                      <a:srgbClr val="FFFFFF"/>
                    </a:solidFill>
                  </a:ln>
                </p:spPr>
                <p:style>
                  <a:lnRef idx="1">
                    <a:schemeClr val="accent1"/>
                  </a:lnRef>
                  <a:fillRef idx="0">
                    <a:schemeClr val="accent1"/>
                  </a:fillRef>
                  <a:effectRef idx="0">
                    <a:schemeClr val="accent1"/>
                  </a:effectRef>
                  <a:fontRef idx="minor">
                    <a:schemeClr val="tx1"/>
                  </a:fontRef>
                </p:style>
              </p:cxnSp>
              <p:sp>
                <p:nvSpPr>
                  <p:cNvPr id="22" name="Rectangle 30">
                    <a:extLst>
                      <a:ext uri="{FF2B5EF4-FFF2-40B4-BE49-F238E27FC236}">
                        <a16:creationId xmlns:a16="http://schemas.microsoft.com/office/drawing/2014/main" id="{493CF191-5DDA-8462-AE83-CA01EB942EC0}"/>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136242" y="3224252"/>
                    <a:ext cx="987915" cy="987915"/>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30">
                    <a:extLst>
                      <a:ext uri="{FF2B5EF4-FFF2-40B4-BE49-F238E27FC236}">
                        <a16:creationId xmlns:a16="http://schemas.microsoft.com/office/drawing/2014/main" id="{B16DA0CF-99DB-5B26-15CE-7A5C3FF5B555}"/>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rot="13500000">
                    <a:off x="5327037" y="3070731"/>
                    <a:ext cx="606323" cy="606323"/>
                  </a:xfrm>
                  <a:custGeom>
                    <a:avLst/>
                    <a:gdLst>
                      <a:gd name="connsiteX0" fmla="*/ 0 w 1302493"/>
                      <a:gd name="connsiteY0" fmla="*/ 0 h 1302493"/>
                      <a:gd name="connsiteX1" fmla="*/ 1302493 w 1302493"/>
                      <a:gd name="connsiteY1" fmla="*/ 0 h 1302493"/>
                      <a:gd name="connsiteX2" fmla="*/ 1302493 w 1302493"/>
                      <a:gd name="connsiteY2" fmla="*/ 1302493 h 1302493"/>
                      <a:gd name="connsiteX3" fmla="*/ 0 w 1302493"/>
                      <a:gd name="connsiteY3" fmla="*/ 1302493 h 1302493"/>
                      <a:gd name="connsiteX4" fmla="*/ 0 w 1302493"/>
                      <a:gd name="connsiteY4" fmla="*/ 0 h 1302493"/>
                      <a:gd name="connsiteX0" fmla="*/ 1302493 w 1393933"/>
                      <a:gd name="connsiteY0" fmla="*/ 1302493 h 1393933"/>
                      <a:gd name="connsiteX1" fmla="*/ 0 w 1393933"/>
                      <a:gd name="connsiteY1" fmla="*/ 1302493 h 1393933"/>
                      <a:gd name="connsiteX2" fmla="*/ 0 w 1393933"/>
                      <a:gd name="connsiteY2" fmla="*/ 0 h 1393933"/>
                      <a:gd name="connsiteX3" fmla="*/ 1302493 w 1393933"/>
                      <a:gd name="connsiteY3" fmla="*/ 0 h 1393933"/>
                      <a:gd name="connsiteX4" fmla="*/ 1393933 w 1393933"/>
                      <a:gd name="connsiteY4" fmla="*/ 1393933 h 1393933"/>
                      <a:gd name="connsiteX0" fmla="*/ 0 w 1393933"/>
                      <a:gd name="connsiteY0" fmla="*/ 1302493 h 1393933"/>
                      <a:gd name="connsiteX1" fmla="*/ 0 w 1393933"/>
                      <a:gd name="connsiteY1" fmla="*/ 0 h 1393933"/>
                      <a:gd name="connsiteX2" fmla="*/ 1302493 w 1393933"/>
                      <a:gd name="connsiteY2" fmla="*/ 0 h 1393933"/>
                      <a:gd name="connsiteX3" fmla="*/ 1393933 w 1393933"/>
                      <a:gd name="connsiteY3" fmla="*/ 1393933 h 1393933"/>
                      <a:gd name="connsiteX0" fmla="*/ 0 w 1302493"/>
                      <a:gd name="connsiteY0" fmla="*/ 1302493 h 1302493"/>
                      <a:gd name="connsiteX1" fmla="*/ 0 w 1302493"/>
                      <a:gd name="connsiteY1" fmla="*/ 0 h 1302493"/>
                      <a:gd name="connsiteX2" fmla="*/ 1302493 w 1302493"/>
                      <a:gd name="connsiteY2" fmla="*/ 0 h 1302493"/>
                    </a:gdLst>
                    <a:ahLst/>
                    <a:cxnLst>
                      <a:cxn ang="0">
                        <a:pos x="connsiteX0" y="connsiteY0"/>
                      </a:cxn>
                      <a:cxn ang="0">
                        <a:pos x="connsiteX1" y="connsiteY1"/>
                      </a:cxn>
                      <a:cxn ang="0">
                        <a:pos x="connsiteX2" y="connsiteY2"/>
                      </a:cxn>
                    </a:cxnLst>
                    <a:rect l="l" t="t" r="r" b="b"/>
                    <a:pathLst>
                      <a:path w="1302493" h="1302493">
                        <a:moveTo>
                          <a:pt x="0" y="1302493"/>
                        </a:moveTo>
                        <a:lnTo>
                          <a:pt x="0" y="0"/>
                        </a:lnTo>
                        <a:lnTo>
                          <a:pt x="1302493" y="0"/>
                        </a:lnTo>
                      </a:path>
                    </a:pathLst>
                  </a:custGeom>
                  <a:no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969A3741-69D5-4A00-BE22-77B52FF20CCD}"/>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3125006" y="3171595"/>
                  <a:ext cx="1785984" cy="1799739"/>
                  <a:chOff x="6879836" y="3516901"/>
                  <a:chExt cx="1785984" cy="1799739"/>
                </a:xfrm>
              </p:grpSpPr>
              <p:sp>
                <p:nvSpPr>
                  <p:cNvPr id="18" name="Freeform: Shape 141">
                    <a:extLst>
                      <a:ext uri="{FF2B5EF4-FFF2-40B4-BE49-F238E27FC236}">
                        <a16:creationId xmlns:a16="http://schemas.microsoft.com/office/drawing/2014/main" id="{CEB8C9BA-7217-3FF0-0000-F75245E69717}"/>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6879836" y="3521665"/>
                    <a:ext cx="892801" cy="1794975"/>
                  </a:xfrm>
                  <a:custGeom>
                    <a:avLst/>
                    <a:gdLst>
                      <a:gd name="connsiteX0" fmla="*/ 892801 w 892801"/>
                      <a:gd name="connsiteY0" fmla="*/ 0 h 1794975"/>
                      <a:gd name="connsiteX1" fmla="*/ 892801 w 892801"/>
                      <a:gd name="connsiteY1" fmla="*/ 1434622 h 1794975"/>
                      <a:gd name="connsiteX2" fmla="*/ 845919 w 892801"/>
                      <a:gd name="connsiteY2" fmla="*/ 1533379 h 1794975"/>
                      <a:gd name="connsiteX3" fmla="*/ 440820 w 892801"/>
                      <a:gd name="connsiteY3" fmla="*/ 1794916 h 1794975"/>
                      <a:gd name="connsiteX4" fmla="*/ 379878 w 892801"/>
                      <a:gd name="connsiteY4" fmla="*/ 1791253 h 1794975"/>
                      <a:gd name="connsiteX5" fmla="*/ 763083 w 892801"/>
                      <a:gd name="connsiteY5" fmla="*/ 100140 h 1794975"/>
                      <a:gd name="connsiteX6" fmla="*/ 892801 w 892801"/>
                      <a:gd name="connsiteY6" fmla="*/ 0 h 1794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2801" h="1794975">
                        <a:moveTo>
                          <a:pt x="892801" y="0"/>
                        </a:moveTo>
                        <a:lnTo>
                          <a:pt x="892801" y="1434622"/>
                        </a:lnTo>
                        <a:lnTo>
                          <a:pt x="845919" y="1533379"/>
                        </a:lnTo>
                        <a:cubicBezTo>
                          <a:pt x="735106" y="1711682"/>
                          <a:pt x="584368" y="1792418"/>
                          <a:pt x="440820" y="1794916"/>
                        </a:cubicBezTo>
                        <a:cubicBezTo>
                          <a:pt x="420314" y="1795273"/>
                          <a:pt x="399954" y="1794033"/>
                          <a:pt x="379878" y="1791253"/>
                        </a:cubicBezTo>
                        <a:cubicBezTo>
                          <a:pt x="-41718" y="1732871"/>
                          <a:pt x="-338017" y="995203"/>
                          <a:pt x="763083" y="100140"/>
                        </a:cubicBezTo>
                        <a:lnTo>
                          <a:pt x="892801" y="0"/>
                        </a:ln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sp>
                <p:nvSpPr>
                  <p:cNvPr id="19" name="Freeform: Shape 142">
                    <a:extLst>
                      <a:ext uri="{FF2B5EF4-FFF2-40B4-BE49-F238E27FC236}">
                        <a16:creationId xmlns:a16="http://schemas.microsoft.com/office/drawing/2014/main" id="{2EBBFD8B-2D36-E329-EB66-AF3287A5851F}"/>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a:xfrm>
                    <a:off x="7772637" y="3516901"/>
                    <a:ext cx="893183" cy="1795123"/>
                  </a:xfrm>
                  <a:custGeom>
                    <a:avLst/>
                    <a:gdLst>
                      <a:gd name="connsiteX0" fmla="*/ 191 w 893183"/>
                      <a:gd name="connsiteY0" fmla="*/ 0 h 1795123"/>
                      <a:gd name="connsiteX1" fmla="*/ 130101 w 893183"/>
                      <a:gd name="connsiteY1" fmla="*/ 100288 h 1795123"/>
                      <a:gd name="connsiteX2" fmla="*/ 513306 w 893183"/>
                      <a:gd name="connsiteY2" fmla="*/ 1791401 h 1795123"/>
                      <a:gd name="connsiteX3" fmla="*/ 47265 w 893183"/>
                      <a:gd name="connsiteY3" fmla="*/ 1533527 h 1795123"/>
                      <a:gd name="connsiteX4" fmla="*/ 192 w 893183"/>
                      <a:gd name="connsiteY4" fmla="*/ 1434367 h 1795123"/>
                      <a:gd name="connsiteX5" fmla="*/ 192 w 893183"/>
                      <a:gd name="connsiteY5" fmla="*/ 1438981 h 1795123"/>
                      <a:gd name="connsiteX6" fmla="*/ 0 w 893183"/>
                      <a:gd name="connsiteY6" fmla="*/ 1439386 h 1795123"/>
                      <a:gd name="connsiteX7" fmla="*/ 0 w 893183"/>
                      <a:gd name="connsiteY7" fmla="*/ 4764 h 1795123"/>
                      <a:gd name="connsiteX8" fmla="*/ 191 w 893183"/>
                      <a:gd name="connsiteY8" fmla="*/ 4616 h 1795123"/>
                      <a:gd name="connsiteX9" fmla="*/ 191 w 893183"/>
                      <a:gd name="connsiteY9" fmla="*/ 0 h 1795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93183" h="1795123">
                        <a:moveTo>
                          <a:pt x="191" y="0"/>
                        </a:moveTo>
                        <a:lnTo>
                          <a:pt x="130101" y="100288"/>
                        </a:lnTo>
                        <a:cubicBezTo>
                          <a:pt x="1231201" y="995351"/>
                          <a:pt x="934902" y="1733019"/>
                          <a:pt x="513306" y="1791401"/>
                        </a:cubicBezTo>
                        <a:cubicBezTo>
                          <a:pt x="352699" y="1813642"/>
                          <a:pt x="173909" y="1737302"/>
                          <a:pt x="47265" y="1533527"/>
                        </a:cubicBezTo>
                        <a:lnTo>
                          <a:pt x="192" y="1434367"/>
                        </a:lnTo>
                        <a:lnTo>
                          <a:pt x="192" y="1438981"/>
                        </a:lnTo>
                        <a:lnTo>
                          <a:pt x="0" y="1439386"/>
                        </a:lnTo>
                        <a:lnTo>
                          <a:pt x="0" y="4764"/>
                        </a:lnTo>
                        <a:lnTo>
                          <a:pt x="191" y="4616"/>
                        </a:lnTo>
                        <a:lnTo>
                          <a:pt x="191" y="0"/>
                        </a:ln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solidFill>
                        <a:schemeClr val="tx1"/>
                      </a:solidFill>
                    </a:endParaRPr>
                  </a:p>
                </p:txBody>
              </p:sp>
            </p:grpSp>
          </p:grpSp>
          <p:grpSp>
            <p:nvGrpSpPr>
              <p:cNvPr id="11" name="Group 10">
                <a:extLst>
                  <a:ext uri="{FF2B5EF4-FFF2-40B4-BE49-F238E27FC236}">
                    <a16:creationId xmlns:a16="http://schemas.microsoft.com/office/drawing/2014/main" id="{D06447F1-9BEC-3B87-BB32-191FA43AF039}"/>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rot="5400000">
                <a:off x="10400269" y="1917604"/>
                <a:ext cx="633413" cy="1862138"/>
                <a:chOff x="5959193" y="333389"/>
                <a:chExt cx="633413" cy="1862138"/>
              </a:xfrm>
            </p:grpSpPr>
            <p:grpSp>
              <p:nvGrpSpPr>
                <p:cNvPr id="12" name="Group 11">
                  <a:extLst>
                    <a:ext uri="{FF2B5EF4-FFF2-40B4-BE49-F238E27FC236}">
                      <a16:creationId xmlns:a16="http://schemas.microsoft.com/office/drawing/2014/main" id="{9C5EF3DE-B07E-D485-E31C-3594D9BC2073}"/>
                    </a:ext>
                    <a:ext uri="{C183D7F6-B498-43B3-948B-1728B52AA6E4}">
                      <adec:decorative xmlns:adec="http://schemas.microsoft.com/office/drawing/2017/decorative" val="1"/>
                    </a:ext>
                  </a:extLst>
                </p:cNvPr>
                <p:cNvGrpSpPr>
                  <a:grpSpLocks noChangeAspect="1"/>
                </p:cNvGrpSpPr>
                <p:nvPr>
                  <p:extLst>
                    <p:ext uri="{386F3935-93C4-4BCD-93E2-E3B085C9AB24}">
                      <p16:designElem xmlns:p16="http://schemas.microsoft.com/office/powerpoint/2015/main" val="1"/>
                    </p:ext>
                  </p:extLst>
                </p:nvPr>
              </p:nvGrpSpPr>
              <p:grpSpPr>
                <a:xfrm>
                  <a:off x="5959192" y="333389"/>
                  <a:ext cx="633413" cy="1419225"/>
                  <a:chOff x="5959192" y="333389"/>
                  <a:chExt cx="633413" cy="1419225"/>
                </a:xfrm>
              </p:grpSpPr>
              <p:sp>
                <p:nvSpPr>
                  <p:cNvPr id="14" name="Freeform 68">
                    <a:extLst>
                      <a:ext uri="{FF2B5EF4-FFF2-40B4-BE49-F238E27FC236}">
                        <a16:creationId xmlns:a16="http://schemas.microsoft.com/office/drawing/2014/main" id="{D3AFEFF8-8B08-9A6A-2ABC-B7AC1E804B41}"/>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5959192" y="333389"/>
                    <a:ext cx="319088" cy="1419225"/>
                  </a:xfrm>
                  <a:custGeom>
                    <a:avLst/>
                    <a:gdLst>
                      <a:gd name="T0" fmla="*/ 0 w 67"/>
                      <a:gd name="T1" fmla="*/ 149 h 298"/>
                      <a:gd name="T2" fmla="*/ 67 w 67"/>
                      <a:gd name="T3" fmla="*/ 298 h 298"/>
                      <a:gd name="T4" fmla="*/ 67 w 67"/>
                      <a:gd name="T5" fmla="*/ 0 h 298"/>
                      <a:gd name="T6" fmla="*/ 0 w 67"/>
                      <a:gd name="T7" fmla="*/ 149 h 298"/>
                    </a:gdLst>
                    <a:ahLst/>
                    <a:cxnLst>
                      <a:cxn ang="0">
                        <a:pos x="T0" y="T1"/>
                      </a:cxn>
                      <a:cxn ang="0">
                        <a:pos x="T2" y="T3"/>
                      </a:cxn>
                      <a:cxn ang="0">
                        <a:pos x="T4" y="T5"/>
                      </a:cxn>
                      <a:cxn ang="0">
                        <a:pos x="T6" y="T7"/>
                      </a:cxn>
                    </a:cxnLst>
                    <a:rect l="0" t="0" r="r" b="b"/>
                    <a:pathLst>
                      <a:path w="67" h="298">
                        <a:moveTo>
                          <a:pt x="0" y="149"/>
                        </a:moveTo>
                        <a:cubicBezTo>
                          <a:pt x="0" y="208"/>
                          <a:pt x="26" y="261"/>
                          <a:pt x="67" y="298"/>
                        </a:cubicBezTo>
                        <a:cubicBezTo>
                          <a:pt x="67" y="0"/>
                          <a:pt x="67" y="0"/>
                          <a:pt x="67" y="0"/>
                        </a:cubicBezTo>
                        <a:cubicBezTo>
                          <a:pt x="26" y="36"/>
                          <a:pt x="0" y="89"/>
                          <a:pt x="0" y="149"/>
                        </a:cubicBezTo>
                        <a:close/>
                      </a:path>
                    </a:pathLst>
                  </a:custGeom>
                  <a:gradFill flip="none" rotWithShape="1">
                    <a:gsLst>
                      <a:gs pos="0">
                        <a:srgbClr val="FFFFFF">
                          <a:alpha val="80000"/>
                        </a:srgbClr>
                      </a:gs>
                      <a:gs pos="100000">
                        <a:srgbClr val="FFFFFF">
                          <a:alpha val="20000"/>
                        </a:srgbClr>
                      </a:gs>
                    </a:gsLst>
                    <a:lin ang="18900000" scaled="0"/>
                    <a:tileRect/>
                  </a:gradFill>
                  <a:ln>
                    <a:noFill/>
                  </a:ln>
                </p:spPr>
                <p:txBody>
                  <a:bodyPr vert="horz" wrap="square" lIns="91440" tIns="45720" rIns="91440" bIns="45720" numCol="1" anchor="t" anchorCtr="0" compatLnSpc="1">
                    <a:prstTxWarp prst="textNoShape">
                      <a:avLst/>
                    </a:prstTxWarp>
                  </a:bodyPr>
                  <a:lstStyle/>
                  <a:p>
                    <a:endParaRPr lang="en-US"/>
                  </a:p>
                </p:txBody>
              </p:sp>
              <p:sp>
                <p:nvSpPr>
                  <p:cNvPr id="15" name="Freeform 69">
                    <a:extLst>
                      <a:ext uri="{FF2B5EF4-FFF2-40B4-BE49-F238E27FC236}">
                        <a16:creationId xmlns:a16="http://schemas.microsoft.com/office/drawing/2014/main" id="{911E6C5C-E6C0-1635-8A8E-18A6C9AC4454}"/>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a:off x="6278280" y="333389"/>
                    <a:ext cx="314325" cy="1419225"/>
                  </a:xfrm>
                  <a:custGeom>
                    <a:avLst/>
                    <a:gdLst>
                      <a:gd name="T0" fmla="*/ 0 w 66"/>
                      <a:gd name="T1" fmla="*/ 0 h 298"/>
                      <a:gd name="T2" fmla="*/ 0 w 66"/>
                      <a:gd name="T3" fmla="*/ 298 h 298"/>
                      <a:gd name="T4" fmla="*/ 66 w 66"/>
                      <a:gd name="T5" fmla="*/ 149 h 298"/>
                      <a:gd name="T6" fmla="*/ 0 w 66"/>
                      <a:gd name="T7" fmla="*/ 0 h 298"/>
                    </a:gdLst>
                    <a:ahLst/>
                    <a:cxnLst>
                      <a:cxn ang="0">
                        <a:pos x="T0" y="T1"/>
                      </a:cxn>
                      <a:cxn ang="0">
                        <a:pos x="T2" y="T3"/>
                      </a:cxn>
                      <a:cxn ang="0">
                        <a:pos x="T4" y="T5"/>
                      </a:cxn>
                      <a:cxn ang="0">
                        <a:pos x="T6" y="T7"/>
                      </a:cxn>
                    </a:cxnLst>
                    <a:rect l="0" t="0" r="r" b="b"/>
                    <a:pathLst>
                      <a:path w="66" h="298">
                        <a:moveTo>
                          <a:pt x="0" y="0"/>
                        </a:moveTo>
                        <a:cubicBezTo>
                          <a:pt x="0" y="298"/>
                          <a:pt x="0" y="298"/>
                          <a:pt x="0" y="298"/>
                        </a:cubicBezTo>
                        <a:cubicBezTo>
                          <a:pt x="41" y="261"/>
                          <a:pt x="66" y="208"/>
                          <a:pt x="66" y="149"/>
                        </a:cubicBezTo>
                        <a:cubicBezTo>
                          <a:pt x="66" y="89"/>
                          <a:pt x="41" y="36"/>
                          <a:pt x="0" y="0"/>
                        </a:cubicBezTo>
                        <a:close/>
                      </a:path>
                    </a:pathLst>
                  </a:custGeom>
                  <a:gradFill flip="none" rotWithShape="1">
                    <a:gsLst>
                      <a:gs pos="0">
                        <a:srgbClr val="FFFFFF">
                          <a:alpha val="80000"/>
                        </a:srgbClr>
                      </a:gs>
                      <a:gs pos="100000">
                        <a:srgbClr val="FFFFFF">
                          <a:alpha val="10000"/>
                        </a:srgbClr>
                      </a:gs>
                    </a:gsLst>
                    <a:lin ang="2700000" scaled="0"/>
                    <a:tileRect/>
                  </a:gradFill>
                  <a:ln>
                    <a:noFill/>
                  </a:ln>
                </p:spPr>
                <p:txBody>
                  <a:bodyPr vert="horz" wrap="square" lIns="91440" tIns="45720" rIns="91440" bIns="45720" numCol="1" anchor="t" anchorCtr="0" compatLnSpc="1">
                    <a:prstTxWarp prst="textNoShape">
                      <a:avLst/>
                    </a:prstTxWarp>
                  </a:bodyPr>
                  <a:lstStyle/>
                  <a:p>
                    <a:endParaRPr lang="en-US"/>
                  </a:p>
                </p:txBody>
              </p:sp>
            </p:grpSp>
            <p:sp>
              <p:nvSpPr>
                <p:cNvPr id="13" name="Line 70">
                  <a:extLst>
                    <a:ext uri="{FF2B5EF4-FFF2-40B4-BE49-F238E27FC236}">
                      <a16:creationId xmlns:a16="http://schemas.microsoft.com/office/drawing/2014/main" id="{A3E77BF5-0B00-BE87-3AF1-AC7557C235E8}"/>
                    </a:ext>
                    <a:ext uri="{C183D7F6-B498-43B3-948B-1728B52AA6E4}">
                      <adec:decorative xmlns:adec="http://schemas.microsoft.com/office/drawing/2017/decorative" val="1"/>
                    </a:ext>
                  </a:extLst>
                </p:cNvPr>
                <p:cNvSpPr>
                  <a:spLocks noChangeAspect="1"/>
                </p:cNvSpPr>
                <p:nvPr>
                  <p:extLst>
                    <p:ext uri="{386F3935-93C4-4BCD-93E2-E3B085C9AB24}">
                      <p16:designElem xmlns:p16="http://schemas.microsoft.com/office/powerpoint/2015/main" val="1"/>
                    </p:ext>
                  </p:extLst>
                </p:nvPr>
              </p:nvSpPr>
              <p:spPr bwMode="auto">
                <a:xfrm flipV="1">
                  <a:off x="6278281" y="333389"/>
                  <a:ext cx="0" cy="1862138"/>
                </a:xfrm>
                <a:prstGeom prst="line">
                  <a:avLst/>
                </a:prstGeom>
                <a:noFill/>
                <a:ln w="12700" cap="flat">
                  <a:solidFill>
                    <a:srgbClr val="FFFFFF"/>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grpSp>
      </p:grpSp>
      <p:sp>
        <p:nvSpPr>
          <p:cNvPr id="38" name="Title 1">
            <a:extLst>
              <a:ext uri="{FF2B5EF4-FFF2-40B4-BE49-F238E27FC236}">
                <a16:creationId xmlns:a16="http://schemas.microsoft.com/office/drawing/2014/main" id="{ABDBC601-EF17-43ED-E11A-47AF443F0459}"/>
              </a:ext>
            </a:extLst>
          </p:cNvPr>
          <p:cNvSpPr>
            <a:spLocks noGrp="1"/>
          </p:cNvSpPr>
          <p:nvPr>
            <p:ph type="title"/>
          </p:nvPr>
        </p:nvSpPr>
        <p:spPr>
          <a:xfrm>
            <a:off x="612648" y="685802"/>
            <a:ext cx="8226552" cy="2250780"/>
          </a:xfrm>
          <a:prstGeom prst="rect">
            <a:avLst/>
          </a:prstGeom>
        </p:spPr>
        <p:txBody>
          <a:bodyPr anchor="b">
            <a:noAutofit/>
          </a:bodyPr>
          <a:lstStyle>
            <a:lvl1pPr>
              <a:defRPr sz="4000">
                <a:solidFill>
                  <a:schemeClr val="tx1">
                    <a:lumMod val="75000"/>
                    <a:lumOff val="25000"/>
                  </a:schemeClr>
                </a:solidFill>
              </a:defRPr>
            </a:lvl1pPr>
          </a:lstStyle>
          <a:p>
            <a:r>
              <a:rPr lang="en-US"/>
              <a:t>Click to edit Master title style</a:t>
            </a:r>
          </a:p>
        </p:txBody>
      </p:sp>
      <p:sp>
        <p:nvSpPr>
          <p:cNvPr id="39" name="Content Placeholder 7">
            <a:extLst>
              <a:ext uri="{FF2B5EF4-FFF2-40B4-BE49-F238E27FC236}">
                <a16:creationId xmlns:a16="http://schemas.microsoft.com/office/drawing/2014/main" id="{0FA9591D-3E3F-856B-F084-D47E87FA27B8}"/>
              </a:ext>
            </a:extLst>
          </p:cNvPr>
          <p:cNvSpPr>
            <a:spLocks noGrp="1"/>
          </p:cNvSpPr>
          <p:nvPr>
            <p:ph sz="quarter" idx="13"/>
          </p:nvPr>
        </p:nvSpPr>
        <p:spPr>
          <a:xfrm>
            <a:off x="612775" y="3429000"/>
            <a:ext cx="8226437" cy="2620736"/>
          </a:xfrm>
        </p:spPr>
        <p:txBody>
          <a:bodyPr>
            <a:noAutofit/>
          </a:bodyPr>
          <a:lstStyle>
            <a:lvl1pPr marL="0" indent="0">
              <a:buNone/>
              <a:defRPr sz="1800" cap="all" baseline="0">
                <a:solidFill>
                  <a:schemeClr val="tx1">
                    <a:lumMod val="75000"/>
                    <a:lumOff val="25000"/>
                  </a:schemeClr>
                </a:solidFill>
              </a:defRPr>
            </a:lvl1pPr>
            <a:lvl2pPr marL="228600" indent="0">
              <a:buNone/>
              <a:defRPr sz="1800" cap="all" baseline="0">
                <a:solidFill>
                  <a:schemeClr val="tx1">
                    <a:lumMod val="75000"/>
                    <a:lumOff val="25000"/>
                  </a:schemeClr>
                </a:solidFill>
              </a:defRPr>
            </a:lvl2pPr>
            <a:lvl3pPr marL="457200" indent="0">
              <a:buNone/>
              <a:defRPr sz="1800" cap="all" baseline="0">
                <a:solidFill>
                  <a:schemeClr val="tx1">
                    <a:lumMod val="75000"/>
                    <a:lumOff val="25000"/>
                  </a:schemeClr>
                </a:solidFill>
              </a:defRPr>
            </a:lvl3pPr>
            <a:lvl4pPr marL="685800" indent="0">
              <a:buNone/>
              <a:defRPr sz="1800" cap="all" baseline="0">
                <a:solidFill>
                  <a:schemeClr val="tx1">
                    <a:lumMod val="75000"/>
                    <a:lumOff val="25000"/>
                  </a:schemeClr>
                </a:solidFill>
              </a:defRPr>
            </a:lvl4pPr>
            <a:lvl5pPr marL="914400" indent="0">
              <a:buNone/>
              <a:defRPr sz="1800" cap="all"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612647" y="6343955"/>
            <a:ext cx="2202644" cy="365125"/>
          </a:xfrm>
          <a:prstGeom prst="rect">
            <a:avLst/>
          </a:prstGeom>
        </p:spPr>
        <p:txBody>
          <a:bodyPr/>
          <a:lstStyle>
            <a:lvl1pPr>
              <a:defRPr>
                <a:solidFill>
                  <a:schemeClr val="tx1">
                    <a:lumMod val="75000"/>
                    <a:lumOff val="25000"/>
                  </a:schemeClr>
                </a:solidFill>
              </a:defRPr>
            </a:lvl1pPr>
          </a:lstStyle>
          <a:p>
            <a:r>
              <a:rPr lang="en-US"/>
              <a:t>20xx</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693298" y="6343955"/>
            <a:ext cx="2805405" cy="365125"/>
          </a:xfrm>
          <a:prstGeom prst="rect">
            <a:avLst/>
          </a:prstGeom>
        </p:spPr>
        <p:txBody>
          <a:bodyPr/>
          <a:lstStyle>
            <a:lvl1pPr>
              <a:defRPr>
                <a:solidFill>
                  <a:schemeClr val="tx1">
                    <a:lumMod val="75000"/>
                    <a:lumOff val="25000"/>
                  </a:schemeClr>
                </a:solidFill>
              </a:defRPr>
            </a:lvl1pPr>
          </a:lstStyle>
          <a:p>
            <a:r>
              <a:rPr lang="en-US"/>
              <a:t>Sample Footer Text</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409993" y="6343955"/>
            <a:ext cx="429207" cy="365125"/>
          </a:xfrm>
          <a:prstGeom prst="rect">
            <a:avLst/>
          </a:prstGeom>
        </p:spPr>
        <p:txBody>
          <a:bodyPr/>
          <a:lstStyle>
            <a:lvl1pPr>
              <a:defRPr>
                <a:solidFill>
                  <a:schemeClr val="tx1">
                    <a:lumMod val="75000"/>
                    <a:lumOff val="25000"/>
                  </a:schemeClr>
                </a:solidFill>
              </a:defRPr>
            </a:lvl1pPr>
          </a:lstStyle>
          <a:p>
            <a:fld id="{AEAA3239-9EA4-4A65-A281-97F994456D9F}" type="slidenum">
              <a:rPr lang="en-US" smtClean="0"/>
              <a:pPr/>
              <a:t>‹#›</a:t>
            </a:fld>
            <a:endParaRPr lang="en-US"/>
          </a:p>
        </p:txBody>
      </p:sp>
      <p:cxnSp>
        <p:nvCxnSpPr>
          <p:cNvPr id="2" name="Straight Connector 1">
            <a:extLst>
              <a:ext uri="{FF2B5EF4-FFF2-40B4-BE49-F238E27FC236}">
                <a16:creationId xmlns:a16="http://schemas.microsoft.com/office/drawing/2014/main" id="{4456575F-43CC-E7A8-7305-3C73B4FC75BD}"/>
              </a:ext>
            </a:extLst>
          </p:cNvPr>
          <p:cNvCxnSpPr>
            <a:cxnSpLocks/>
          </p:cNvCxnSpPr>
          <p:nvPr userDrawn="1"/>
        </p:nvCxnSpPr>
        <p:spPr>
          <a:xfrm>
            <a:off x="714375" y="3182791"/>
            <a:ext cx="54864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76246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685800"/>
            <a:ext cx="10963655" cy="801222"/>
          </a:xfrm>
          <a:prstGeom prst="rect">
            <a:avLst/>
          </a:prstGeom>
        </p:spPr>
        <p:txBody>
          <a:bodyPr vert="horz" lIns="91440" tIns="45720" rIns="91440" bIns="45720" rtlCol="0" anchor="b">
            <a:no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629786"/>
            <a:ext cx="10963656" cy="4542414"/>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612647" y="6343955"/>
            <a:ext cx="2202644" cy="365125"/>
          </a:xfrm>
          <a:prstGeom prst="rect">
            <a:avLst/>
          </a:prstGeom>
        </p:spPr>
        <p:txBody>
          <a:bodyPr vert="horz" lIns="91440" tIns="45720" rIns="91440" bIns="45720" rtlCol="0" anchor="ctr">
            <a:noAutofit/>
          </a:bodyPr>
          <a:lstStyle>
            <a:lvl1pPr algn="l" rtl="0">
              <a:defRPr sz="1000" b="0" i="0" cap="all" baseline="0">
                <a:solidFill>
                  <a:schemeClr val="tx1">
                    <a:lumMod val="65000"/>
                    <a:lumOff val="35000"/>
                  </a:schemeClr>
                </a:solidFill>
                <a:latin typeface="+mn-lt"/>
              </a:defRPr>
            </a:lvl1pPr>
          </a:lstStyle>
          <a:p>
            <a:r>
              <a:rPr lang="en-US"/>
              <a:t>20xx	</a:t>
            </a:r>
          </a:p>
        </p:txBody>
      </p:sp>
      <p:sp>
        <p:nvSpPr>
          <p:cNvPr id="7" name="Footer Placeholder 6">
            <a:extLst>
              <a:ext uri="{FF2B5EF4-FFF2-40B4-BE49-F238E27FC236}">
                <a16:creationId xmlns:a16="http://schemas.microsoft.com/office/drawing/2014/main" id="{2AF5E0EC-34DA-2393-A02C-AF21DBB180D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noAutofit/>
          </a:bodyPr>
          <a:lstStyle>
            <a:lvl1pPr algn="ctr" rtl="0">
              <a:defRPr sz="1200" b="0" i="0" cap="all" spc="300" baseline="0">
                <a:solidFill>
                  <a:schemeClr val="tx1">
                    <a:lumMod val="65000"/>
                    <a:lumOff val="35000"/>
                  </a:schemeClr>
                </a:solidFill>
                <a:latin typeface="+mn-lt"/>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noAutofit/>
          </a:bodyPr>
          <a:lstStyle>
            <a:lvl1pPr algn="r" rtl="0">
              <a:defRPr sz="1000" b="0" i="0" cap="all" baseline="0">
                <a:solidFill>
                  <a:schemeClr val="tx1">
                    <a:lumMod val="65000"/>
                    <a:lumOff val="35000"/>
                  </a:schemeClr>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17197501"/>
      </p:ext>
    </p:extLst>
  </p:cSld>
  <p:clrMap bg1="lt1" tx1="dk1" bg2="lt2" tx2="dk2" accent1="accent1" accent2="accent2" accent3="accent3" accent4="accent4" accent5="accent5" accent6="accent6" hlink="hlink" folHlink="folHlink"/>
  <p:sldLayoutIdLst>
    <p:sldLayoutId id="2147484168" r:id="rId1"/>
    <p:sldLayoutId id="2147484164" r:id="rId2"/>
    <p:sldLayoutId id="2147484169" r:id="rId3"/>
    <p:sldLayoutId id="2147484170" r:id="rId4"/>
    <p:sldLayoutId id="2147484163" r:id="rId5"/>
    <p:sldLayoutId id="2147484165" r:id="rId6"/>
    <p:sldLayoutId id="2147484166" r:id="rId7"/>
    <p:sldLayoutId id="2147484167" r:id="rId8"/>
    <p:sldLayoutId id="2147484171" r:id="rId9"/>
    <p:sldLayoutId id="2147484172" r:id="rId10"/>
    <p:sldLayoutId id="2147484173" r:id="rId11"/>
    <p:sldLayoutId id="2147484174" r:id="rId12"/>
    <p:sldLayoutId id="2147484175" r:id="rId13"/>
    <p:sldLayoutId id="2147484176" r:id="rId14"/>
    <p:sldLayoutId id="2147484177" r:id="rId15"/>
    <p:sldLayoutId id="2147484178" r:id="rId16"/>
    <p:sldLayoutId id="2147484179" r:id="rId17"/>
    <p:sldLayoutId id="2147484180" r:id="rId18"/>
    <p:sldLayoutId id="2147484181" r:id="rId19"/>
    <p:sldLayoutId id="2147484182" r:id="rId20"/>
    <p:sldLayoutId id="2147484183" r:id="rId21"/>
    <p:sldLayoutId id="2147484184" r:id="rId22"/>
    <p:sldLayoutId id="2147484185" r:id="rId23"/>
    <p:sldLayoutId id="2147484186" r:id="rId24"/>
    <p:sldLayoutId id="2147484187" r:id="rId25"/>
    <p:sldLayoutId id="2147484188" r:id="rId26"/>
    <p:sldLayoutId id="2147484189" r:id="rId27"/>
    <p:sldLayoutId id="2147484190" r:id="rId28"/>
    <p:sldLayoutId id="2147484191" r:id="rId29"/>
    <p:sldLayoutId id="2147484192" r:id="rId30"/>
    <p:sldLayoutId id="2147484193" r:id="rId31"/>
    <p:sldLayoutId id="2147484194" r:id="rId32"/>
    <p:sldLayoutId id="2147484195" r:id="rId33"/>
    <p:sldLayoutId id="2147484196" r:id="rId34"/>
    <p:sldLayoutId id="2147484197" r:id="rId35"/>
    <p:sldLayoutId id="2147484198" r:id="rId36"/>
    <p:sldLayoutId id="2147484199" r:id="rId37"/>
    <p:sldLayoutId id="2147484200" r:id="rId38"/>
    <p:sldLayoutId id="2147484201" r:id="rId39"/>
    <p:sldLayoutId id="2147484202" r:id="rId40"/>
    <p:sldLayoutId id="2147484203" r:id="rId41"/>
    <p:sldLayoutId id="2147484216" r:id="rId42"/>
    <p:sldLayoutId id="2147484205" r:id="rId43"/>
    <p:sldLayoutId id="2147484206" r:id="rId44"/>
    <p:sldLayoutId id="2147484207" r:id="rId45"/>
    <p:sldLayoutId id="2147484208" r:id="rId46"/>
    <p:sldLayoutId id="2147484209" r:id="rId47"/>
    <p:sldLayoutId id="2147484210" r:id="rId48"/>
    <p:sldLayoutId id="2147484211" r:id="rId49"/>
    <p:sldLayoutId id="2147484212" r:id="rId50"/>
    <p:sldLayoutId id="2147484213" r:id="rId51"/>
    <p:sldLayoutId id="2147484214" r:id="rId52"/>
    <p:sldLayoutId id="2147484215" r:id="rId53"/>
  </p:sldLayoutIdLst>
  <p:hf sldNum="0" hdr="0" ftr="0" dt="0"/>
  <p:txStyles>
    <p:titleStyle>
      <a:lvl1pPr algn="l" defTabSz="914400" rtl="0" eaLnBrk="1" latinLnBrk="0" hangingPunct="1">
        <a:lnSpc>
          <a:spcPct val="80000"/>
        </a:lnSpc>
        <a:spcBef>
          <a:spcPct val="0"/>
        </a:spcBef>
        <a:buNone/>
        <a:defRPr sz="3200" b="0" kern="1200" cap="all" spc="0" baseline="0">
          <a:solidFill>
            <a:schemeClr val="tx1">
              <a:lumMod val="75000"/>
              <a:lumOff val="25000"/>
            </a:schemeClr>
          </a:solidFill>
          <a:latin typeface="+mj-lt"/>
          <a:ea typeface="Batang" panose="02030600000101010101" pitchFamily="18"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800" b="0" i="0" kern="1200">
          <a:solidFill>
            <a:schemeClr val="tx1">
              <a:lumMod val="65000"/>
              <a:lumOff val="35000"/>
            </a:schemeClr>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600" b="0" i="0" kern="1200">
          <a:solidFill>
            <a:schemeClr val="tx1">
              <a:lumMod val="65000"/>
              <a:lumOff val="35000"/>
            </a:schemeClr>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5" orient="horz" pos="2160">
          <p15:clr>
            <a:srgbClr val="F26B43"/>
          </p15:clr>
        </p15:guide>
        <p15:guide id="36" pos="3840">
          <p15:clr>
            <a:srgbClr val="F26B43"/>
          </p15:clr>
        </p15:guide>
        <p15:guide id="37" pos="7296">
          <p15:clr>
            <a:srgbClr val="F26B43"/>
          </p15:clr>
        </p15:guide>
        <p15:guide id="38" pos="3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8.jpeg"/><Relationship Id="rId4" Type="http://schemas.openxmlformats.org/officeDocument/2006/relationships/image" Target="../media/image17.jpe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9.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9.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9.xml"/><Relationship Id="rId1" Type="http://schemas.openxmlformats.org/officeDocument/2006/relationships/slideLayout" Target="../slideLayouts/slideLayout4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BCBB1-091F-0BD5-EF58-5B7CBA6244FB}"/>
              </a:ext>
            </a:extLst>
          </p:cNvPr>
          <p:cNvSpPr>
            <a:spLocks noGrp="1"/>
          </p:cNvSpPr>
          <p:nvPr>
            <p:ph type="ctrTitle"/>
          </p:nvPr>
        </p:nvSpPr>
        <p:spPr>
          <a:xfrm>
            <a:off x="609600" y="1381830"/>
            <a:ext cx="5534841" cy="2045082"/>
          </a:xfrm>
        </p:spPr>
        <p:txBody>
          <a:bodyPr anchor="b">
            <a:normAutofit/>
          </a:bodyPr>
          <a:lstStyle/>
          <a:p>
            <a:r>
              <a:rPr lang="en-US" sz="4800">
                <a:latin typeface="Franklin Gothic Book"/>
                <a:ea typeface="Batang"/>
              </a:rPr>
              <a:t>RICE VARITY IN BD Analysis</a:t>
            </a:r>
          </a:p>
        </p:txBody>
      </p:sp>
      <p:sp>
        <p:nvSpPr>
          <p:cNvPr id="3" name="Subtitle 2">
            <a:extLst>
              <a:ext uri="{FF2B5EF4-FFF2-40B4-BE49-F238E27FC236}">
                <a16:creationId xmlns:a16="http://schemas.microsoft.com/office/drawing/2014/main" id="{695A9FBA-25B3-DBDB-B8F0-6B4D13C30376}"/>
              </a:ext>
            </a:extLst>
          </p:cNvPr>
          <p:cNvSpPr>
            <a:spLocks noGrp="1"/>
          </p:cNvSpPr>
          <p:nvPr>
            <p:ph type="subTitle" idx="1"/>
          </p:nvPr>
        </p:nvSpPr>
        <p:spPr>
          <a:xfrm>
            <a:off x="609600" y="4142852"/>
            <a:ext cx="4856348" cy="2029344"/>
          </a:xfrm>
        </p:spPr>
        <p:txBody>
          <a:bodyPr vert="horz" lIns="91440" tIns="45720" rIns="91440" bIns="45720" rtlCol="0" anchor="t">
            <a:normAutofit/>
          </a:bodyPr>
          <a:lstStyle/>
          <a:p>
            <a:pPr algn="l"/>
            <a:r>
              <a:rPr lang="en-US" sz="3600" b="1">
                <a:solidFill>
                  <a:srgbClr val="000000"/>
                </a:solidFill>
                <a:latin typeface="Franklin Gothic Book"/>
              </a:rPr>
              <a:t>Machine Learning</a:t>
            </a:r>
            <a:endParaRPr lang="en-US"/>
          </a:p>
          <a:p>
            <a:r>
              <a:rPr lang="en-US" b="1">
                <a:latin typeface="Algerian"/>
              </a:rPr>
              <a:t>Semester: FALL 2025</a:t>
            </a:r>
          </a:p>
          <a:p>
            <a:r>
              <a:rPr lang="en-US" b="1">
                <a:latin typeface="Algerian"/>
              </a:rPr>
              <a:t>CSE475  Section:2</a:t>
            </a:r>
          </a:p>
          <a:p>
            <a:endParaRPr lang="en-US"/>
          </a:p>
        </p:txBody>
      </p:sp>
      <p:pic>
        <p:nvPicPr>
          <p:cNvPr id="4" name="Picture 3" descr="Ear of rice in the field.">
            <a:extLst>
              <a:ext uri="{FF2B5EF4-FFF2-40B4-BE49-F238E27FC236}">
                <a16:creationId xmlns:a16="http://schemas.microsoft.com/office/drawing/2014/main" id="{152B320D-AA01-46E5-8FC6-CE4050031465}"/>
              </a:ext>
            </a:extLst>
          </p:cNvPr>
          <p:cNvPicPr>
            <a:picLocks noChangeAspect="1"/>
          </p:cNvPicPr>
          <p:nvPr/>
        </p:nvPicPr>
        <p:blipFill>
          <a:blip r:embed="rId3"/>
          <a:srcRect l="42035" r="1" b="1"/>
          <a:stretch>
            <a:fillRect/>
          </a:stretch>
        </p:blipFill>
        <p:spPr>
          <a:xfrm>
            <a:off x="6366168" y="233172"/>
            <a:ext cx="5550408" cy="6391656"/>
          </a:xfrm>
          <a:prstGeom prst="rect">
            <a:avLst/>
          </a:prstGeom>
          <a:noFill/>
        </p:spPr>
      </p:pic>
    </p:spTree>
    <p:extLst>
      <p:ext uri="{BB962C8B-B14F-4D97-AF65-F5344CB8AC3E}">
        <p14:creationId xmlns:p14="http://schemas.microsoft.com/office/powerpoint/2010/main" val="2975834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lowchart: Punched Tape 6">
            <a:extLst>
              <a:ext uri="{FF2B5EF4-FFF2-40B4-BE49-F238E27FC236}">
                <a16:creationId xmlns:a16="http://schemas.microsoft.com/office/drawing/2014/main" id="{4D60EC34-9298-BE6E-7358-75AFF1B5C05D}"/>
              </a:ext>
            </a:extLst>
          </p:cNvPr>
          <p:cNvSpPr/>
          <p:nvPr/>
        </p:nvSpPr>
        <p:spPr>
          <a:xfrm>
            <a:off x="6814637" y="2727507"/>
            <a:ext cx="5049641" cy="2830475"/>
          </a:xfrm>
          <a:prstGeom prst="flowChartPunchedTape">
            <a:avLst/>
          </a:prstGeom>
          <a:no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lnSpc>
                <a:spcPts val="2700"/>
              </a:lnSpc>
            </a:pPr>
            <a:r>
              <a:rPr lang="en-US" sz="2000" b="1">
                <a:solidFill>
                  <a:schemeClr val="bg1"/>
                </a:solidFill>
                <a:latin typeface="Lobster"/>
              </a:rPr>
              <a:t>Submitted To</a:t>
            </a:r>
            <a:r>
              <a:rPr lang="en-US" sz="2000">
                <a:solidFill>
                  <a:schemeClr val="bg1"/>
                </a:solidFill>
                <a:latin typeface="Lobster"/>
              </a:rPr>
              <a:t> </a:t>
            </a:r>
            <a:endParaRPr lang="en-US">
              <a:solidFill>
                <a:schemeClr val="bg1"/>
              </a:solidFill>
            </a:endParaRPr>
          </a:p>
          <a:p>
            <a:pPr algn="ctr">
              <a:lnSpc>
                <a:spcPts val="2700"/>
              </a:lnSpc>
            </a:pPr>
            <a:r>
              <a:rPr lang="en-US" sz="2000" b="1">
                <a:solidFill>
                  <a:schemeClr val="bg1"/>
                </a:solidFill>
                <a:latin typeface="Lobster"/>
              </a:rPr>
              <a:t>Dr. Raihan Ul Islam,</a:t>
            </a:r>
            <a:r>
              <a:rPr lang="en-US" sz="2000">
                <a:solidFill>
                  <a:schemeClr val="bg1"/>
                </a:solidFill>
                <a:latin typeface="Lobster"/>
              </a:rPr>
              <a:t> </a:t>
            </a:r>
          </a:p>
          <a:p>
            <a:pPr algn="ctr">
              <a:lnSpc>
                <a:spcPts val="2700"/>
              </a:lnSpc>
            </a:pPr>
            <a:r>
              <a:rPr lang="en-US" sz="2000">
                <a:solidFill>
                  <a:schemeClr val="bg1"/>
                </a:solidFill>
                <a:latin typeface="Lobster"/>
              </a:rPr>
              <a:t>Associate Professor </a:t>
            </a:r>
          </a:p>
          <a:p>
            <a:pPr algn="ctr">
              <a:lnSpc>
                <a:spcPts val="2700"/>
              </a:lnSpc>
            </a:pPr>
            <a:r>
              <a:rPr lang="en-US" sz="2000">
                <a:solidFill>
                  <a:schemeClr val="bg1"/>
                </a:solidFill>
                <a:latin typeface="Lobster"/>
              </a:rPr>
              <a:t>Department of </a:t>
            </a:r>
            <a:r>
              <a:rPr lang="en-US" sz="2000" err="1">
                <a:solidFill>
                  <a:schemeClr val="bg1"/>
                </a:solidFill>
                <a:latin typeface="Lobster"/>
              </a:rPr>
              <a:t>ComputerScience</a:t>
            </a:r>
            <a:r>
              <a:rPr lang="en-US" sz="2000">
                <a:solidFill>
                  <a:schemeClr val="bg1"/>
                </a:solidFill>
                <a:latin typeface="Lobster"/>
              </a:rPr>
              <a:t> and Engineering</a:t>
            </a:r>
            <a:endParaRPr lang="en-GB">
              <a:solidFill>
                <a:schemeClr val="bg1"/>
              </a:solidFill>
            </a:endParaRPr>
          </a:p>
        </p:txBody>
      </p:sp>
      <p:sp>
        <p:nvSpPr>
          <p:cNvPr id="11" name="Rectangle 10">
            <a:extLst>
              <a:ext uri="{FF2B5EF4-FFF2-40B4-BE49-F238E27FC236}">
                <a16:creationId xmlns:a16="http://schemas.microsoft.com/office/drawing/2014/main" id="{E91EBFEB-DA20-7B8F-E003-EBB1BF95CFE3}"/>
              </a:ext>
            </a:extLst>
          </p:cNvPr>
          <p:cNvSpPr/>
          <p:nvPr/>
        </p:nvSpPr>
        <p:spPr>
          <a:xfrm>
            <a:off x="596053" y="1278466"/>
            <a:ext cx="5151120" cy="42875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80000"/>
              </a:lnSpc>
              <a:spcBef>
                <a:spcPct val="0"/>
              </a:spcBef>
            </a:pPr>
            <a:r>
              <a:rPr lang="en-US" sz="2000" b="1" cap="all">
                <a:solidFill>
                  <a:srgbClr val="000000"/>
                </a:solidFill>
                <a:latin typeface="Lobster"/>
              </a:rPr>
              <a:t>Submitted By</a:t>
            </a:r>
            <a:br>
              <a:rPr lang="en-US" sz="2000" cap="all">
                <a:latin typeface="Lobster"/>
              </a:rPr>
            </a:br>
            <a:endParaRPr lang="en-US" sz="2000">
              <a:latin typeface="Batang"/>
              <a:ea typeface="Batang"/>
            </a:endParaRPr>
          </a:p>
          <a:p>
            <a:pPr algn="ctr">
              <a:lnSpc>
                <a:spcPct val="80000"/>
              </a:lnSpc>
              <a:spcBef>
                <a:spcPct val="0"/>
              </a:spcBef>
            </a:pPr>
            <a:r>
              <a:rPr lang="en-US" sz="2000" i="1" cap="all">
                <a:solidFill>
                  <a:srgbClr val="000000"/>
                </a:solidFill>
                <a:latin typeface="Lobster"/>
              </a:rPr>
              <a:t>Name: </a:t>
            </a:r>
            <a:r>
              <a:rPr lang="en-US" sz="2000" i="1" cap="all" err="1">
                <a:solidFill>
                  <a:srgbClr val="000000"/>
                </a:solidFill>
                <a:latin typeface="Lobster"/>
              </a:rPr>
              <a:t>Farhatun</a:t>
            </a:r>
            <a:r>
              <a:rPr lang="en-US" sz="2000" i="1" cap="all">
                <a:solidFill>
                  <a:srgbClr val="000000"/>
                </a:solidFill>
                <a:latin typeface="Lobster"/>
              </a:rPr>
              <a:t> Nahar Priya</a:t>
            </a:r>
            <a:endParaRPr lang="en-US" sz="2000">
              <a:latin typeface="Lobster"/>
            </a:endParaRPr>
          </a:p>
          <a:p>
            <a:pPr algn="ctr">
              <a:lnSpc>
                <a:spcPct val="80000"/>
              </a:lnSpc>
              <a:spcBef>
                <a:spcPct val="0"/>
              </a:spcBef>
            </a:pPr>
            <a:r>
              <a:rPr lang="en-US" sz="2000" i="1" cap="all">
                <a:solidFill>
                  <a:srgbClr val="000000"/>
                </a:solidFill>
                <a:latin typeface="Lobster"/>
              </a:rPr>
              <a:t>ID-2023-1-60-202</a:t>
            </a:r>
            <a:br>
              <a:rPr lang="en-US" sz="2000" i="1" cap="all">
                <a:solidFill>
                  <a:srgbClr val="000000"/>
                </a:solidFill>
                <a:latin typeface="Lobster"/>
              </a:rPr>
            </a:br>
            <a:endParaRPr lang="en-US" sz="2000">
              <a:latin typeface="Batang"/>
              <a:ea typeface="Batang"/>
            </a:endParaRPr>
          </a:p>
          <a:p>
            <a:pPr algn="ctr">
              <a:lnSpc>
                <a:spcPct val="80000"/>
              </a:lnSpc>
              <a:spcBef>
                <a:spcPct val="0"/>
              </a:spcBef>
            </a:pPr>
            <a:r>
              <a:rPr lang="en-US" sz="2000" i="1" cap="all">
                <a:solidFill>
                  <a:srgbClr val="000000"/>
                </a:solidFill>
                <a:latin typeface="Lobster"/>
              </a:rPr>
              <a:t>Name: Nuran Farhana </a:t>
            </a:r>
            <a:r>
              <a:rPr lang="en-US" sz="2000" i="1" cap="all" err="1">
                <a:solidFill>
                  <a:srgbClr val="000000"/>
                </a:solidFill>
                <a:latin typeface="Lobster"/>
              </a:rPr>
              <a:t>Prova</a:t>
            </a:r>
            <a:endParaRPr lang="en-US" sz="2000" err="1">
              <a:latin typeface="Lobster"/>
            </a:endParaRPr>
          </a:p>
          <a:p>
            <a:pPr algn="ctr">
              <a:lnSpc>
                <a:spcPct val="80000"/>
              </a:lnSpc>
              <a:spcBef>
                <a:spcPct val="0"/>
              </a:spcBef>
            </a:pPr>
            <a:r>
              <a:rPr lang="en-US" sz="2000" i="1" cap="all">
                <a:solidFill>
                  <a:srgbClr val="000000"/>
                </a:solidFill>
                <a:latin typeface="Lobster"/>
              </a:rPr>
              <a:t>ID-2023-1-60-075</a:t>
            </a:r>
            <a:br>
              <a:rPr lang="en-US" sz="2000" i="1" cap="all">
                <a:solidFill>
                  <a:srgbClr val="000000"/>
                </a:solidFill>
                <a:latin typeface="Lobster"/>
              </a:rPr>
            </a:br>
            <a:endParaRPr lang="en-US" sz="2000">
              <a:latin typeface="Batang"/>
              <a:ea typeface="Batang"/>
            </a:endParaRPr>
          </a:p>
          <a:p>
            <a:pPr algn="ctr">
              <a:lnSpc>
                <a:spcPct val="80000"/>
              </a:lnSpc>
              <a:spcBef>
                <a:spcPct val="0"/>
              </a:spcBef>
            </a:pPr>
            <a:r>
              <a:rPr lang="en-US" sz="2000" i="1" cap="all">
                <a:solidFill>
                  <a:srgbClr val="000000"/>
                </a:solidFill>
                <a:latin typeface="Lobster"/>
              </a:rPr>
              <a:t>Name: Afsana Akter Mim</a:t>
            </a:r>
            <a:endParaRPr lang="en-US" sz="2000">
              <a:latin typeface="Lobster"/>
            </a:endParaRPr>
          </a:p>
          <a:p>
            <a:pPr algn="ctr">
              <a:lnSpc>
                <a:spcPct val="80000"/>
              </a:lnSpc>
              <a:spcBef>
                <a:spcPct val="0"/>
              </a:spcBef>
            </a:pPr>
            <a:r>
              <a:rPr lang="en-US" sz="2000" i="1" cap="all">
                <a:solidFill>
                  <a:srgbClr val="000000"/>
                </a:solidFill>
                <a:latin typeface="Lobster"/>
              </a:rPr>
              <a:t>ID-2023-1-60-073</a:t>
            </a:r>
            <a:endParaRPr lang="en-GB"/>
          </a:p>
        </p:txBody>
      </p:sp>
    </p:spTree>
    <p:extLst>
      <p:ext uri="{BB962C8B-B14F-4D97-AF65-F5344CB8AC3E}">
        <p14:creationId xmlns:p14="http://schemas.microsoft.com/office/powerpoint/2010/main" val="828039209"/>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BA6A8-DE91-82AE-AF9B-2C6BA94ECCBD}"/>
              </a:ext>
            </a:extLst>
          </p:cNvPr>
          <p:cNvSpPr>
            <a:spLocks noGrp="1"/>
          </p:cNvSpPr>
          <p:nvPr>
            <p:ph type="title"/>
          </p:nvPr>
        </p:nvSpPr>
        <p:spPr>
          <a:xfrm>
            <a:off x="609600" y="709099"/>
            <a:ext cx="8019289" cy="891101"/>
          </a:xfrm>
        </p:spPr>
        <p:txBody>
          <a:bodyPr anchor="b">
            <a:normAutofit/>
          </a:bodyPr>
          <a:lstStyle/>
          <a:p>
            <a:pPr algn="ctr"/>
            <a:r>
              <a:rPr lang="en-US" sz="3600">
                <a:latin typeface="Bell MT"/>
                <a:ea typeface="Batang"/>
              </a:rPr>
              <a:t>Project Overview</a:t>
            </a:r>
            <a:endParaRPr lang="en-US" sz="3600"/>
          </a:p>
        </p:txBody>
      </p:sp>
      <p:pic>
        <p:nvPicPr>
          <p:cNvPr id="5" name="Content Placeholder 4" descr="Rice research, plant disease investigation, Science of plant research, Chromosome DNA and genetic, Scientist researching.">
            <a:extLst>
              <a:ext uri="{FF2B5EF4-FFF2-40B4-BE49-F238E27FC236}">
                <a16:creationId xmlns:a16="http://schemas.microsoft.com/office/drawing/2014/main" id="{7A34428C-5FDA-4FB6-A8C3-2AA8EB1E2CF6}"/>
              </a:ext>
            </a:extLst>
          </p:cNvPr>
          <p:cNvPicPr>
            <a:picLocks noGrp="1" noChangeAspect="1"/>
          </p:cNvPicPr>
          <p:nvPr>
            <p:ph type="pic" sz="quarter" idx="18"/>
          </p:nvPr>
        </p:nvPicPr>
        <p:blipFill>
          <a:blip r:embed="rId3"/>
          <a:srcRect l="35613" r="39042" b="2"/>
          <a:stretch>
            <a:fillRect/>
          </a:stretch>
        </p:blipFill>
        <p:spPr>
          <a:xfrm>
            <a:off x="9115461" y="-4698"/>
            <a:ext cx="3076448" cy="6583680"/>
          </a:xfrm>
          <a:prstGeom prst="rect">
            <a:avLst/>
          </a:prstGeom>
          <a:noFill/>
        </p:spPr>
      </p:pic>
      <p:sp>
        <p:nvSpPr>
          <p:cNvPr id="7" name="Content Placeholder 6">
            <a:extLst>
              <a:ext uri="{FF2B5EF4-FFF2-40B4-BE49-F238E27FC236}">
                <a16:creationId xmlns:a16="http://schemas.microsoft.com/office/drawing/2014/main" id="{2CF3C636-63D7-4C9C-B0EC-5D538CDBF268}"/>
              </a:ext>
            </a:extLst>
          </p:cNvPr>
          <p:cNvSpPr>
            <a:spLocks noGrp="1"/>
          </p:cNvSpPr>
          <p:nvPr>
            <p:ph sz="quarter" idx="14"/>
          </p:nvPr>
        </p:nvSpPr>
        <p:spPr/>
        <p:txBody>
          <a:bodyPr vert="horz" lIns="91440" tIns="45720" rIns="91440" bIns="45720" rtlCol="0" anchor="t">
            <a:noAutofit/>
          </a:bodyPr>
          <a:lstStyle/>
          <a:p>
            <a:pPr algn="just"/>
            <a:r>
              <a:rPr lang="en-GB" sz="1800">
                <a:latin typeface="Franklin Gothic Book"/>
                <a:cs typeface="Times New Roman"/>
              </a:rPr>
              <a:t>Evaluate and compare the performance of self-supervised learning frameworks(</a:t>
            </a:r>
            <a:r>
              <a:rPr lang="en-GB" sz="1800" err="1">
                <a:latin typeface="Franklin Gothic Book"/>
                <a:cs typeface="Times New Roman"/>
              </a:rPr>
              <a:t>SimCLR</a:t>
            </a:r>
            <a:r>
              <a:rPr lang="en-GB" sz="1800">
                <a:latin typeface="Franklin Gothic Book"/>
                <a:cs typeface="Times New Roman"/>
              </a:rPr>
              <a:t>, BYOL, and MAE )on the PRDB dataset using backbone architectures DenseNet-121.</a:t>
            </a:r>
            <a:endParaRPr lang="en-US" sz="1800">
              <a:latin typeface="Franklin Gothic Book"/>
            </a:endParaRPr>
          </a:p>
          <a:p>
            <a:pPr algn="just"/>
            <a:br>
              <a:rPr lang="en-US" sz="1800">
                <a:latin typeface="Franklin Gothic Book"/>
              </a:rPr>
            </a:br>
            <a:r>
              <a:rPr lang="en-US" sz="1800">
                <a:latin typeface="Franklin Gothic Book"/>
                <a:cs typeface="Times New Roman"/>
              </a:rPr>
              <a:t>Evaluate supervised pretraining performance on the PRDB dataset with </a:t>
            </a:r>
            <a:r>
              <a:rPr lang="en-US" sz="1800" err="1">
                <a:latin typeface="Franklin Gothic Book"/>
                <a:cs typeface="Times New Roman"/>
              </a:rPr>
              <a:t>NASNetMobile</a:t>
            </a:r>
            <a:r>
              <a:rPr lang="en-US" sz="1800">
                <a:latin typeface="Franklin Gothic Book"/>
                <a:cs typeface="Times New Roman"/>
              </a:rPr>
              <a:t>, </a:t>
            </a:r>
            <a:r>
              <a:rPr lang="en-US" sz="1800" err="1">
                <a:latin typeface="Franklin Gothic Book"/>
                <a:cs typeface="Times New Roman"/>
              </a:rPr>
              <a:t>ConvNeXt</a:t>
            </a:r>
            <a:r>
              <a:rPr lang="en-US" sz="1800">
                <a:latin typeface="Franklin Gothic Book"/>
                <a:cs typeface="Times New Roman"/>
              </a:rPr>
              <a:t>-Tiny, InceptionV3, ResNet-50, and DenseNet-121 models.</a:t>
            </a:r>
            <a:endParaRPr lang="en-US" sz="1800">
              <a:latin typeface="Franklin Gothic Book"/>
            </a:endParaRPr>
          </a:p>
        </p:txBody>
      </p:sp>
    </p:spTree>
    <p:extLst>
      <p:ext uri="{BB962C8B-B14F-4D97-AF65-F5344CB8AC3E}">
        <p14:creationId xmlns:p14="http://schemas.microsoft.com/office/powerpoint/2010/main" val="229285736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57961-826B-B92B-4E7F-D59C37C71501}"/>
              </a:ext>
            </a:extLst>
          </p:cNvPr>
          <p:cNvSpPr>
            <a:spLocks noGrp="1"/>
          </p:cNvSpPr>
          <p:nvPr>
            <p:ph type="title"/>
          </p:nvPr>
        </p:nvSpPr>
        <p:spPr>
          <a:xfrm>
            <a:off x="612648" y="1370579"/>
            <a:ext cx="3651432" cy="5262666"/>
          </a:xfrm>
        </p:spPr>
        <p:txBody>
          <a:bodyPr anchor="ctr">
            <a:normAutofit fontScale="90000"/>
          </a:bodyPr>
          <a:lstStyle/>
          <a:p>
            <a:r>
              <a:rPr lang="en-US" sz="1400" b="1">
                <a:solidFill>
                  <a:srgbClr val="FF0000"/>
                </a:solidFill>
                <a:latin typeface="Abadi"/>
                <a:ea typeface="Calibri"/>
                <a:cs typeface="Calibri"/>
              </a:rPr>
              <a:t>PRBD Dataset:</a:t>
            </a:r>
            <a:r>
              <a:rPr lang="en-US" sz="1400">
                <a:latin typeface="Abadi"/>
                <a:ea typeface="Calibri"/>
                <a:cs typeface="Calibri"/>
              </a:rPr>
              <a:t> </a:t>
            </a:r>
            <a:r>
              <a:rPr lang="en-US" sz="1400">
                <a:latin typeface="Franklin Gothic Book"/>
                <a:ea typeface="Calibri"/>
                <a:cs typeface="Calibri"/>
              </a:rPr>
              <a:t>contains</a:t>
            </a:r>
            <a:r>
              <a:rPr lang="en-US" sz="1400">
                <a:solidFill>
                  <a:srgbClr val="FF0000"/>
                </a:solidFill>
                <a:latin typeface="Abadi"/>
                <a:ea typeface="Calibri"/>
                <a:cs typeface="Calibri"/>
              </a:rPr>
              <a:t> </a:t>
            </a:r>
            <a:r>
              <a:rPr lang="en-US" sz="1400" b="1">
                <a:solidFill>
                  <a:srgbClr val="FF0000"/>
                </a:solidFill>
                <a:latin typeface="Abadi"/>
                <a:ea typeface="Calibri"/>
                <a:cs typeface="Calibri"/>
              </a:rPr>
              <a:t>10</a:t>
            </a:r>
            <a:r>
              <a:rPr lang="en-US" sz="1400">
                <a:latin typeface="Franklin Gothic Book"/>
                <a:ea typeface="Calibri"/>
                <a:cs typeface="Calibri"/>
              </a:rPr>
              <a:t> processed rice varieties of Bangladesh Diverse Rice Varieties</a:t>
            </a:r>
            <a:br>
              <a:rPr lang="en-US" sz="1400">
                <a:latin typeface="Franklin Gothic Book"/>
                <a:ea typeface="Calibri"/>
                <a:cs typeface="Calibri"/>
              </a:rPr>
            </a:br>
            <a:br>
              <a:rPr lang="en-US" sz="1400">
                <a:latin typeface="Franklin Gothic Book"/>
                <a:ea typeface="Calibri"/>
                <a:cs typeface="Calibri"/>
              </a:rPr>
            </a:br>
            <a:r>
              <a:rPr lang="en-US" sz="1400" b="1">
                <a:latin typeface="Franklin Gothic Book"/>
                <a:ea typeface="+mj-lt"/>
                <a:cs typeface="+mj-lt"/>
              </a:rPr>
              <a:t>Dataset Size: </a:t>
            </a:r>
            <a:r>
              <a:rPr lang="en-US" sz="1400">
                <a:latin typeface="Franklin Gothic Book"/>
                <a:ea typeface="+mj-lt"/>
                <a:cs typeface="+mj-lt"/>
              </a:rPr>
              <a:t>10,000 images </a:t>
            </a:r>
            <a:endParaRPr lang="en-US" sz="1400">
              <a:latin typeface="Franklin Gothic Book"/>
              <a:ea typeface="Calibri"/>
              <a:cs typeface="Calibri"/>
            </a:endParaRPr>
          </a:p>
          <a:p>
            <a:r>
              <a:rPr lang="en-US" sz="1400">
                <a:latin typeface="Franklin Gothic Book"/>
                <a:ea typeface="+mj-lt"/>
                <a:cs typeface="+mj-lt"/>
              </a:rPr>
              <a:t>(2,000 original microscopic images + 8,000 augmented images) </a:t>
            </a:r>
            <a:endParaRPr lang="en-US" sz="1400">
              <a:latin typeface="Franklin Gothic Book"/>
            </a:endParaRPr>
          </a:p>
          <a:p>
            <a:pPr algn="just">
              <a:lnSpc>
                <a:spcPct val="120000"/>
              </a:lnSpc>
              <a:spcBef>
                <a:spcPts val="2500"/>
              </a:spcBef>
            </a:pPr>
            <a:r>
              <a:rPr lang="en-US" sz="1800" b="1">
                <a:solidFill>
                  <a:srgbClr val="FF0000"/>
                </a:solidFill>
                <a:latin typeface="Abadi"/>
                <a:ea typeface="Calibri"/>
                <a:cs typeface="Calibri"/>
              </a:rPr>
              <a:t>Physical Grain Characteristics</a:t>
            </a:r>
          </a:p>
          <a:p>
            <a:pPr lvl="1" algn="just">
              <a:lnSpc>
                <a:spcPct val="120000"/>
              </a:lnSpc>
              <a:spcBef>
                <a:spcPts val="500"/>
              </a:spcBef>
            </a:pPr>
            <a:r>
              <a:rPr lang="en-US">
                <a:latin typeface="Franklin Gothic Book"/>
                <a:ea typeface="Calibri"/>
                <a:cs typeface="Calibri"/>
              </a:rPr>
              <a:t>Rice grains are characterized by shape, size, and surface texture visible in microscopic images</a:t>
            </a:r>
            <a:br>
              <a:rPr lang="en-US">
                <a:latin typeface="Abadi"/>
                <a:ea typeface="Calibri"/>
                <a:cs typeface="Calibri"/>
              </a:rPr>
            </a:br>
            <a:br>
              <a:rPr lang="en-US">
                <a:latin typeface="Abadi"/>
                <a:ea typeface="Calibri"/>
                <a:cs typeface="Calibri"/>
              </a:rPr>
            </a:br>
            <a:r>
              <a:rPr lang="en-US" sz="1800" b="1">
                <a:solidFill>
                  <a:srgbClr val="FF0000"/>
                </a:solidFill>
                <a:latin typeface="Abadi"/>
                <a:ea typeface="Calibri"/>
                <a:cs typeface="Calibri"/>
              </a:rPr>
              <a:t>RGB Histogram Features</a:t>
            </a:r>
          </a:p>
          <a:p>
            <a:pPr lvl="1" algn="just">
              <a:lnSpc>
                <a:spcPct val="120000"/>
              </a:lnSpc>
              <a:spcBef>
                <a:spcPts val="500"/>
              </a:spcBef>
            </a:pPr>
            <a:r>
              <a:rPr lang="en-US" sz="1600">
                <a:latin typeface="Franklin Gothic Book"/>
                <a:ea typeface="Calibri"/>
                <a:cs typeface="Calibri"/>
              </a:rPr>
              <a:t>RGB histograms quantify color distribution and are used as primary features for classification.</a:t>
            </a:r>
          </a:p>
          <a:p>
            <a:pPr algn="just">
              <a:lnSpc>
                <a:spcPct val="120000"/>
              </a:lnSpc>
              <a:spcBef>
                <a:spcPts val="2500"/>
              </a:spcBef>
            </a:pPr>
            <a:r>
              <a:rPr lang="en-US" sz="1600" b="1">
                <a:solidFill>
                  <a:srgbClr val="FF0000"/>
                </a:solidFill>
                <a:latin typeface="Abadi"/>
                <a:ea typeface="Calibri"/>
                <a:cs typeface="Calibri"/>
              </a:rPr>
              <a:t>Balanced Dataset for Robustness</a:t>
            </a:r>
          </a:p>
          <a:p>
            <a:pPr lvl="1" algn="just">
              <a:lnSpc>
                <a:spcPct val="120000"/>
              </a:lnSpc>
              <a:spcBef>
                <a:spcPts val="500"/>
              </a:spcBef>
            </a:pPr>
            <a:r>
              <a:rPr lang="en-US" sz="1600">
                <a:latin typeface="Franklin Gothic Book"/>
                <a:ea typeface="Calibri"/>
                <a:cs typeface="Calibri"/>
              </a:rPr>
              <a:t>A balanced dataset ensures effective learning and generalization of the classifier to </a:t>
            </a:r>
            <a:r>
              <a:rPr lang="en-US" sz="1600" err="1">
                <a:latin typeface="Franklin Gothic Book"/>
                <a:ea typeface="Calibri"/>
                <a:cs typeface="Calibri"/>
              </a:rPr>
              <a:t>unseensamples</a:t>
            </a:r>
            <a:r>
              <a:rPr lang="en-US" sz="1600" b="1">
                <a:latin typeface="Abadi"/>
                <a:ea typeface="Batang"/>
                <a:cs typeface="Times New Roman"/>
              </a:rPr>
              <a:t>.</a:t>
            </a:r>
            <a:br>
              <a:rPr lang="en-US" sz="1600">
                <a:latin typeface="Abadi"/>
                <a:ea typeface="Batang"/>
                <a:cs typeface="Times New Roman"/>
              </a:rPr>
            </a:br>
            <a:br>
              <a:rPr lang="en-US" sz="1600">
                <a:latin typeface="Abadi"/>
                <a:ea typeface="Batang"/>
                <a:cs typeface="Times New Roman"/>
              </a:rPr>
            </a:br>
            <a:endParaRPr lang="en-US" sz="1600">
              <a:latin typeface="Abadi"/>
              <a:ea typeface="Batang"/>
              <a:cs typeface="Times New Roman"/>
            </a:endParaRPr>
          </a:p>
          <a:p>
            <a:br>
              <a:rPr lang="en-US">
                <a:latin typeface="Abadi"/>
              </a:rPr>
            </a:br>
            <a:endParaRPr lang="en-US" sz="1600">
              <a:latin typeface="Abadi"/>
            </a:endParaRPr>
          </a:p>
        </p:txBody>
      </p:sp>
      <p:pic>
        <p:nvPicPr>
          <p:cNvPr id="3" name="Picture 2" descr="A group of bowls of rice&#10;&#10;AI-generated content may be incorrect.">
            <a:extLst>
              <a:ext uri="{FF2B5EF4-FFF2-40B4-BE49-F238E27FC236}">
                <a16:creationId xmlns:a16="http://schemas.microsoft.com/office/drawing/2014/main" id="{D12A333A-6D8E-33B6-FE0F-5AC7D541E340}"/>
              </a:ext>
            </a:extLst>
          </p:cNvPr>
          <p:cNvPicPr>
            <a:picLocks noChangeAspect="1"/>
          </p:cNvPicPr>
          <p:nvPr/>
        </p:nvPicPr>
        <p:blipFill>
          <a:blip r:embed="rId3"/>
          <a:srcRect t="14459" b="30611"/>
          <a:stretch>
            <a:fillRect/>
          </a:stretch>
        </p:blipFill>
        <p:spPr>
          <a:xfrm>
            <a:off x="5184648" y="685800"/>
            <a:ext cx="6367321" cy="5486400"/>
          </a:xfrm>
          <a:prstGeom prst="rect">
            <a:avLst/>
          </a:prstGeom>
          <a:noFill/>
        </p:spPr>
      </p:pic>
    </p:spTree>
    <p:extLst>
      <p:ext uri="{BB962C8B-B14F-4D97-AF65-F5344CB8AC3E}">
        <p14:creationId xmlns:p14="http://schemas.microsoft.com/office/powerpoint/2010/main" val="53298670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blue and white chart with numbers and text&#10;&#10;AI-generated content may be incorrect.">
            <a:extLst>
              <a:ext uri="{FF2B5EF4-FFF2-40B4-BE49-F238E27FC236}">
                <a16:creationId xmlns:a16="http://schemas.microsoft.com/office/drawing/2014/main" id="{550C724A-E59D-4869-CDA4-3AB0B502C64E}"/>
              </a:ext>
            </a:extLst>
          </p:cNvPr>
          <p:cNvPicPr>
            <a:picLocks noChangeAspect="1"/>
          </p:cNvPicPr>
          <p:nvPr/>
        </p:nvPicPr>
        <p:blipFill>
          <a:blip r:embed="rId2"/>
          <a:stretch>
            <a:fillRect/>
          </a:stretch>
        </p:blipFill>
        <p:spPr>
          <a:xfrm>
            <a:off x="208768" y="735607"/>
            <a:ext cx="11766191" cy="5799182"/>
          </a:xfrm>
          <a:prstGeom prst="rect">
            <a:avLst/>
          </a:prstGeom>
        </p:spPr>
      </p:pic>
      <p:sp>
        <p:nvSpPr>
          <p:cNvPr id="5" name="TextBox 4">
            <a:extLst>
              <a:ext uri="{FF2B5EF4-FFF2-40B4-BE49-F238E27FC236}">
                <a16:creationId xmlns:a16="http://schemas.microsoft.com/office/drawing/2014/main" id="{43121070-13A6-FCE3-28AF-2F9A8AF8A6F7}"/>
              </a:ext>
            </a:extLst>
          </p:cNvPr>
          <p:cNvSpPr txBox="1"/>
          <p:nvPr/>
        </p:nvSpPr>
        <p:spPr>
          <a:xfrm>
            <a:off x="4010526" y="100263"/>
            <a:ext cx="399047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t>         </a:t>
            </a:r>
            <a:r>
              <a:rPr lang="en-GB" sz="2400"/>
              <a:t>   </a:t>
            </a:r>
            <a:r>
              <a:rPr lang="en-GB" sz="3600">
                <a:solidFill>
                  <a:schemeClr val="tx2">
                    <a:lumMod val="90000"/>
                    <a:lumOff val="10000"/>
                  </a:schemeClr>
                </a:solidFill>
                <a:latin typeface="Lobster"/>
              </a:rPr>
              <a:t>Related Work</a:t>
            </a:r>
          </a:p>
        </p:txBody>
      </p:sp>
    </p:spTree>
    <p:extLst>
      <p:ext uri="{BB962C8B-B14F-4D97-AF65-F5344CB8AC3E}">
        <p14:creationId xmlns:p14="http://schemas.microsoft.com/office/powerpoint/2010/main" val="2026640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2D6D186-82FB-A2F0-51D9-2F77CC8243F7}"/>
              </a:ext>
            </a:extLst>
          </p:cNvPr>
          <p:cNvPicPr>
            <a:picLocks noChangeAspect="1"/>
          </p:cNvPicPr>
          <p:nvPr/>
        </p:nvPicPr>
        <p:blipFill>
          <a:blip r:embed="rId2"/>
          <a:stretch>
            <a:fillRect/>
          </a:stretch>
        </p:blipFill>
        <p:spPr>
          <a:xfrm>
            <a:off x="533975" y="1332582"/>
            <a:ext cx="10866992" cy="4183655"/>
          </a:xfrm>
          <a:prstGeom prst="rect">
            <a:avLst/>
          </a:prstGeom>
        </p:spPr>
      </p:pic>
    </p:spTree>
    <p:extLst>
      <p:ext uri="{BB962C8B-B14F-4D97-AF65-F5344CB8AC3E}">
        <p14:creationId xmlns:p14="http://schemas.microsoft.com/office/powerpoint/2010/main" val="7154863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4D4BC70-4AF5-1059-C07D-1FDF8AF36D27}"/>
              </a:ext>
            </a:extLst>
          </p:cNvPr>
          <p:cNvSpPr>
            <a:spLocks noGrp="1"/>
          </p:cNvSpPr>
          <p:nvPr>
            <p:ph type="title"/>
          </p:nvPr>
        </p:nvSpPr>
        <p:spPr>
          <a:xfrm>
            <a:off x="5192037" y="685800"/>
            <a:ext cx="6384266" cy="1532787"/>
          </a:xfrm>
        </p:spPr>
        <p:txBody>
          <a:bodyPr anchor="b">
            <a:normAutofit/>
          </a:bodyPr>
          <a:lstStyle/>
          <a:p>
            <a:r>
              <a:rPr lang="en-GB"/>
              <a:t>Model Architectures </a:t>
            </a:r>
            <a:endParaRPr lang="en-US"/>
          </a:p>
          <a:p>
            <a:endParaRPr lang="en-GB"/>
          </a:p>
        </p:txBody>
      </p:sp>
      <p:pic>
        <p:nvPicPr>
          <p:cNvPr id="7" name="Picture Placeholder 6" descr="A bag of rice with a wooden spoon&#10;&#10;AI-generated content may be incorrect.">
            <a:extLst>
              <a:ext uri="{FF2B5EF4-FFF2-40B4-BE49-F238E27FC236}">
                <a16:creationId xmlns:a16="http://schemas.microsoft.com/office/drawing/2014/main" id="{85B158DB-3FBC-8CA5-AC1B-1F2B7AAA59FA}"/>
              </a:ext>
            </a:extLst>
          </p:cNvPr>
          <p:cNvPicPr>
            <a:picLocks noGrp="1" noChangeAspect="1"/>
          </p:cNvPicPr>
          <p:nvPr>
            <p:ph type="pic" sz="quarter" idx="17"/>
          </p:nvPr>
        </p:nvPicPr>
        <p:blipFill>
          <a:blip r:embed="rId3"/>
          <a:srcRect t="2733" b="2733"/>
          <a:stretch/>
        </p:blipFill>
        <p:spPr>
          <a:xfrm>
            <a:off x="276418" y="233172"/>
            <a:ext cx="4022926" cy="6391656"/>
          </a:xfrm>
          <a:prstGeom prst="rect">
            <a:avLst/>
          </a:prstGeom>
          <a:noFill/>
        </p:spPr>
      </p:pic>
      <p:sp>
        <p:nvSpPr>
          <p:cNvPr id="4" name="Content Placeholder 3">
            <a:extLst>
              <a:ext uri="{FF2B5EF4-FFF2-40B4-BE49-F238E27FC236}">
                <a16:creationId xmlns:a16="http://schemas.microsoft.com/office/drawing/2014/main" id="{219AE196-008F-1C26-B9EB-2490A5B74A69}"/>
              </a:ext>
            </a:extLst>
          </p:cNvPr>
          <p:cNvSpPr>
            <a:spLocks noGrp="1"/>
          </p:cNvSpPr>
          <p:nvPr>
            <p:ph sz="quarter" idx="15"/>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195084" y="2771255"/>
            <a:ext cx="6384266" cy="3252513"/>
          </a:xfrm>
        </p:spPr>
        <p:txBody>
          <a:bodyPr>
            <a:normAutofit/>
          </a:bodyPr>
          <a:lstStyle/>
          <a:p>
            <a:pPr marL="0" indent="0">
              <a:spcBef>
                <a:spcPts val="2500"/>
              </a:spcBef>
              <a:buFont typeface="Wingdings" panose="020B0604020202020204" pitchFamily="34" charset="0"/>
              <a:buNone/>
            </a:pPr>
            <a:r>
              <a:rPr lang="en-US" sz="1400" b="1"/>
              <a:t>SimCLR (contrastive learning with positives and negatives)</a:t>
            </a:r>
          </a:p>
          <a:p>
            <a:pPr marL="0" indent="0">
              <a:spcBef>
                <a:spcPts val="2500"/>
              </a:spcBef>
              <a:buFont typeface="Wingdings" panose="020B0604020202020204" pitchFamily="34" charset="0"/>
              <a:buNone/>
            </a:pPr>
            <a:r>
              <a:rPr lang="en-US" sz="1400" b="1"/>
              <a:t>BYOL (positive pair consistency, no negatives)</a:t>
            </a:r>
          </a:p>
          <a:p>
            <a:pPr marL="0" lvl="1" indent="0">
              <a:spcBef>
                <a:spcPts val="2500"/>
              </a:spcBef>
              <a:buFont typeface="Wingdings" panose="020B0604020202020204" pitchFamily="34" charset="0"/>
              <a:buNone/>
            </a:pPr>
            <a:r>
              <a:rPr lang="en-US" sz="1400"/>
              <a:t>MAE(masked image reconstruction)</a:t>
            </a:r>
            <a:br>
              <a:rPr lang="en-US" sz="1400"/>
            </a:br>
            <a:r>
              <a:rPr lang="en-US" sz="1400"/>
              <a:t>Backbones: DenseNet-121, Vit</a:t>
            </a:r>
            <a:br>
              <a:rPr lang="en-US" sz="1400"/>
            </a:br>
            <a:r>
              <a:rPr lang="en-US" sz="1400"/>
              <a:t> </a:t>
            </a:r>
          </a:p>
        </p:txBody>
      </p:sp>
    </p:spTree>
    <p:extLst>
      <p:ext uri="{BB962C8B-B14F-4D97-AF65-F5344CB8AC3E}">
        <p14:creationId xmlns:p14="http://schemas.microsoft.com/office/powerpoint/2010/main" val="361357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7DB85F3-0CEB-C1D9-2876-C5B839678885}"/>
              </a:ext>
            </a:extLst>
          </p:cNvPr>
          <p:cNvPicPr>
            <a:picLocks noChangeAspect="1"/>
          </p:cNvPicPr>
          <p:nvPr/>
        </p:nvPicPr>
        <p:blipFill>
          <a:blip r:embed="rId3"/>
          <a:stretch>
            <a:fillRect/>
          </a:stretch>
        </p:blipFill>
        <p:spPr>
          <a:xfrm>
            <a:off x="445701" y="1385190"/>
            <a:ext cx="6905161" cy="4217717"/>
          </a:xfrm>
          <a:prstGeom prst="rect">
            <a:avLst/>
          </a:prstGeom>
        </p:spPr>
      </p:pic>
    </p:spTree>
    <p:extLst>
      <p:ext uri="{BB962C8B-B14F-4D97-AF65-F5344CB8AC3E}">
        <p14:creationId xmlns:p14="http://schemas.microsoft.com/office/powerpoint/2010/main" val="273935858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AI-generated content may be incorrect.">
            <a:extLst>
              <a:ext uri="{FF2B5EF4-FFF2-40B4-BE49-F238E27FC236}">
                <a16:creationId xmlns:a16="http://schemas.microsoft.com/office/drawing/2014/main" id="{222D8F75-6D48-6F0B-F37D-2668485890CE}"/>
              </a:ext>
            </a:extLst>
          </p:cNvPr>
          <p:cNvPicPr>
            <a:picLocks noChangeAspect="1"/>
          </p:cNvPicPr>
          <p:nvPr/>
        </p:nvPicPr>
        <p:blipFill>
          <a:blip r:embed="rId3"/>
          <a:stretch>
            <a:fillRect/>
          </a:stretch>
        </p:blipFill>
        <p:spPr>
          <a:xfrm>
            <a:off x="1293738" y="1335625"/>
            <a:ext cx="9237297" cy="4902847"/>
          </a:xfrm>
          <a:prstGeom prst="rect">
            <a:avLst/>
          </a:prstGeom>
        </p:spPr>
      </p:pic>
      <p:sp>
        <p:nvSpPr>
          <p:cNvPr id="6" name="TextBox 5">
            <a:extLst>
              <a:ext uri="{FF2B5EF4-FFF2-40B4-BE49-F238E27FC236}">
                <a16:creationId xmlns:a16="http://schemas.microsoft.com/office/drawing/2014/main" id="{65DA9EE2-83ED-F66E-4A18-2BAFB3920D9E}"/>
              </a:ext>
            </a:extLst>
          </p:cNvPr>
          <p:cNvSpPr txBox="1"/>
          <p:nvPr/>
        </p:nvSpPr>
        <p:spPr>
          <a:xfrm>
            <a:off x="4149807" y="494551"/>
            <a:ext cx="7807721"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b="1" err="1">
                <a:solidFill>
                  <a:schemeClr val="bg1"/>
                </a:solidFill>
                <a:latin typeface="Lobster"/>
              </a:rPr>
              <a:t>WorkFlow</a:t>
            </a:r>
            <a:r>
              <a:rPr lang="en-GB" sz="3200" b="1">
                <a:solidFill>
                  <a:schemeClr val="bg1"/>
                </a:solidFill>
                <a:latin typeface="Lobster"/>
              </a:rPr>
              <a:t> Diagram</a:t>
            </a:r>
          </a:p>
        </p:txBody>
      </p:sp>
    </p:spTree>
    <p:extLst>
      <p:ext uri="{BB962C8B-B14F-4D97-AF65-F5344CB8AC3E}">
        <p14:creationId xmlns:p14="http://schemas.microsoft.com/office/powerpoint/2010/main" val="166250048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DB85C-9C73-7B68-0177-F7C471FF5563}"/>
              </a:ext>
            </a:extLst>
          </p:cNvPr>
          <p:cNvSpPr>
            <a:spLocks noGrp="1"/>
          </p:cNvSpPr>
          <p:nvPr>
            <p:ph type="ctrTitle"/>
          </p:nvPr>
        </p:nvSpPr>
        <p:spPr>
          <a:xfrm>
            <a:off x="501136" y="460526"/>
            <a:ext cx="8327731" cy="814431"/>
          </a:xfrm>
        </p:spPr>
        <p:txBody>
          <a:bodyPr/>
          <a:lstStyle/>
          <a:p>
            <a:pPr algn="ctr"/>
            <a:r>
              <a:rPr lang="en-GB" sz="3600">
                <a:ea typeface="Batang"/>
              </a:rPr>
              <a:t>              </a:t>
            </a:r>
            <a:r>
              <a:rPr lang="en-GB" sz="3600" b="1">
                <a:latin typeface="Algerian"/>
                <a:ea typeface="Batang"/>
              </a:rPr>
              <a:t>Performance Table</a:t>
            </a:r>
            <a:endParaRPr lang="en-GB" sz="3600" b="1">
              <a:latin typeface="Algerian"/>
            </a:endParaRPr>
          </a:p>
        </p:txBody>
      </p:sp>
      <p:pic>
        <p:nvPicPr>
          <p:cNvPr id="3" name="Picture 2" descr="A table with numbers and symbols&#10;&#10;AI-generated content may be incorrect.">
            <a:extLst>
              <a:ext uri="{FF2B5EF4-FFF2-40B4-BE49-F238E27FC236}">
                <a16:creationId xmlns:a16="http://schemas.microsoft.com/office/drawing/2014/main" id="{FF448A0B-8075-CDE0-F29F-54F6970BCF72}"/>
              </a:ext>
            </a:extLst>
          </p:cNvPr>
          <p:cNvPicPr>
            <a:picLocks noChangeAspect="1"/>
          </p:cNvPicPr>
          <p:nvPr/>
        </p:nvPicPr>
        <p:blipFill>
          <a:blip r:embed="rId2"/>
          <a:stretch>
            <a:fillRect/>
          </a:stretch>
        </p:blipFill>
        <p:spPr>
          <a:xfrm>
            <a:off x="1885718" y="1586146"/>
            <a:ext cx="8606419" cy="4819418"/>
          </a:xfrm>
          <a:prstGeom prst="rect">
            <a:avLst/>
          </a:prstGeom>
        </p:spPr>
      </p:pic>
    </p:spTree>
    <p:extLst>
      <p:ext uri="{BB962C8B-B14F-4D97-AF65-F5344CB8AC3E}">
        <p14:creationId xmlns:p14="http://schemas.microsoft.com/office/powerpoint/2010/main" val="132570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9916D-54CF-DA0B-0C07-D8668980F694}"/>
              </a:ext>
            </a:extLst>
          </p:cNvPr>
          <p:cNvSpPr>
            <a:spLocks noGrp="1"/>
          </p:cNvSpPr>
          <p:nvPr>
            <p:ph type="title"/>
          </p:nvPr>
        </p:nvSpPr>
        <p:spPr>
          <a:xfrm>
            <a:off x="8328103" y="1271248"/>
            <a:ext cx="3260315" cy="3077924"/>
          </a:xfrm>
        </p:spPr>
        <p:txBody>
          <a:bodyPr anchor="b">
            <a:normAutofit/>
          </a:bodyPr>
          <a:lstStyle/>
          <a:p>
            <a:r>
              <a:rPr lang="en-GB" b="1" dirty="0">
                <a:ea typeface="Batang"/>
              </a:rPr>
              <a:t>Accuracy Comparison of Models</a:t>
            </a:r>
            <a:endParaRPr lang="en-US" b="1" dirty="0">
              <a:ea typeface="Batang"/>
            </a:endParaRPr>
          </a:p>
          <a:p>
            <a:endParaRPr lang="en-GB" sz="2700" b="1"/>
          </a:p>
        </p:txBody>
      </p:sp>
      <p:pic>
        <p:nvPicPr>
          <p:cNvPr id="5" name="Picture 4">
            <a:extLst>
              <a:ext uri="{FF2B5EF4-FFF2-40B4-BE49-F238E27FC236}">
                <a16:creationId xmlns:a16="http://schemas.microsoft.com/office/drawing/2014/main" id="{19F9962B-092F-8190-5CBD-7E70AA4FA504}"/>
              </a:ext>
            </a:extLst>
          </p:cNvPr>
          <p:cNvPicPr>
            <a:picLocks noChangeAspect="1"/>
          </p:cNvPicPr>
          <p:nvPr/>
        </p:nvPicPr>
        <p:blipFill>
          <a:blip r:embed="rId2"/>
          <a:stretch>
            <a:fillRect/>
          </a:stretch>
        </p:blipFill>
        <p:spPr>
          <a:xfrm>
            <a:off x="272796" y="1081609"/>
            <a:ext cx="7680960" cy="4685385"/>
          </a:xfrm>
          <a:prstGeom prst="rect">
            <a:avLst/>
          </a:prstGeom>
          <a:noFill/>
        </p:spPr>
      </p:pic>
    </p:spTree>
    <p:extLst>
      <p:ext uri="{BB962C8B-B14F-4D97-AF65-F5344CB8AC3E}">
        <p14:creationId xmlns:p14="http://schemas.microsoft.com/office/powerpoint/2010/main" val="35216747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6A5A8-DCAD-1698-C5B5-B4C2F8DE14FD}"/>
              </a:ext>
            </a:extLst>
          </p:cNvPr>
          <p:cNvSpPr>
            <a:spLocks noGrp="1"/>
          </p:cNvSpPr>
          <p:nvPr>
            <p:ph type="ctrTitle"/>
          </p:nvPr>
        </p:nvSpPr>
        <p:spPr>
          <a:xfrm>
            <a:off x="3233183" y="841524"/>
            <a:ext cx="6459901" cy="814433"/>
          </a:xfrm>
        </p:spPr>
        <p:txBody>
          <a:bodyPr vert="horz" lIns="91440" tIns="45720" rIns="91440" bIns="45720" rtlCol="0" anchor="b">
            <a:noAutofit/>
          </a:bodyPr>
          <a:lstStyle/>
          <a:p>
            <a:r>
              <a:rPr lang="en-US">
                <a:latin typeface="Algerian"/>
                <a:ea typeface="Batang"/>
              </a:rPr>
              <a:t>LOSS cURVE</a:t>
            </a:r>
            <a:endParaRPr lang="en-US">
              <a:latin typeface="Algerian"/>
            </a:endParaRPr>
          </a:p>
        </p:txBody>
      </p:sp>
      <p:pic>
        <p:nvPicPr>
          <p:cNvPr id="3" name="Picture 2" descr="A graph of a graph&#10;&#10;AI-generated content may be incorrect.">
            <a:extLst>
              <a:ext uri="{FF2B5EF4-FFF2-40B4-BE49-F238E27FC236}">
                <a16:creationId xmlns:a16="http://schemas.microsoft.com/office/drawing/2014/main" id="{8F4D4910-7B0C-A3D9-13AF-637E1C44550C}"/>
              </a:ext>
            </a:extLst>
          </p:cNvPr>
          <p:cNvPicPr>
            <a:picLocks noChangeAspect="1"/>
          </p:cNvPicPr>
          <p:nvPr/>
        </p:nvPicPr>
        <p:blipFill>
          <a:blip r:embed="rId3"/>
          <a:stretch>
            <a:fillRect/>
          </a:stretch>
        </p:blipFill>
        <p:spPr>
          <a:xfrm>
            <a:off x="330936" y="2459773"/>
            <a:ext cx="3872957" cy="2626112"/>
          </a:xfrm>
          <a:prstGeom prst="rect">
            <a:avLst/>
          </a:prstGeom>
        </p:spPr>
      </p:pic>
      <p:pic>
        <p:nvPicPr>
          <p:cNvPr id="4" name="Picture 3" descr="A graph of a loss&#10;&#10;AI-generated content may be incorrect.">
            <a:extLst>
              <a:ext uri="{FF2B5EF4-FFF2-40B4-BE49-F238E27FC236}">
                <a16:creationId xmlns:a16="http://schemas.microsoft.com/office/drawing/2014/main" id="{C7B95FF3-B48D-8551-74B3-7A35734030BF}"/>
              </a:ext>
            </a:extLst>
          </p:cNvPr>
          <p:cNvPicPr>
            <a:picLocks noChangeAspect="1"/>
          </p:cNvPicPr>
          <p:nvPr/>
        </p:nvPicPr>
        <p:blipFill>
          <a:blip r:embed="rId4"/>
          <a:stretch>
            <a:fillRect/>
          </a:stretch>
        </p:blipFill>
        <p:spPr>
          <a:xfrm>
            <a:off x="8277341" y="2458030"/>
            <a:ext cx="3563977" cy="2629598"/>
          </a:xfrm>
          <a:prstGeom prst="rect">
            <a:avLst/>
          </a:prstGeom>
        </p:spPr>
      </p:pic>
      <p:pic>
        <p:nvPicPr>
          <p:cNvPr id="5" name="Picture 4" descr="A graph of loss of a stock market&#10;&#10;AI-generated content may be incorrect.">
            <a:extLst>
              <a:ext uri="{FF2B5EF4-FFF2-40B4-BE49-F238E27FC236}">
                <a16:creationId xmlns:a16="http://schemas.microsoft.com/office/drawing/2014/main" id="{143305FB-7236-9220-0605-FD734549B821}"/>
              </a:ext>
            </a:extLst>
          </p:cNvPr>
          <p:cNvPicPr>
            <a:picLocks noChangeAspect="1"/>
          </p:cNvPicPr>
          <p:nvPr/>
        </p:nvPicPr>
        <p:blipFill>
          <a:blip r:embed="rId5"/>
          <a:stretch>
            <a:fillRect/>
          </a:stretch>
        </p:blipFill>
        <p:spPr>
          <a:xfrm>
            <a:off x="4508345" y="2461748"/>
            <a:ext cx="3398336" cy="2622164"/>
          </a:xfrm>
          <a:prstGeom prst="rect">
            <a:avLst/>
          </a:prstGeom>
        </p:spPr>
      </p:pic>
    </p:spTree>
    <p:extLst>
      <p:ext uri="{BB962C8B-B14F-4D97-AF65-F5344CB8AC3E}">
        <p14:creationId xmlns:p14="http://schemas.microsoft.com/office/powerpoint/2010/main" val="373572770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hart with colored dots&#10;&#10;AI-generated content may be incorrect.">
            <a:extLst>
              <a:ext uri="{FF2B5EF4-FFF2-40B4-BE49-F238E27FC236}">
                <a16:creationId xmlns:a16="http://schemas.microsoft.com/office/drawing/2014/main" id="{A707BA87-309A-101A-61C7-FC5D24613442}"/>
              </a:ext>
            </a:extLst>
          </p:cNvPr>
          <p:cNvPicPr>
            <a:picLocks noChangeAspect="1"/>
          </p:cNvPicPr>
          <p:nvPr/>
        </p:nvPicPr>
        <p:blipFill>
          <a:blip r:embed="rId2"/>
          <a:stretch>
            <a:fillRect/>
          </a:stretch>
        </p:blipFill>
        <p:spPr>
          <a:xfrm>
            <a:off x="239559" y="1000526"/>
            <a:ext cx="3624665" cy="3140153"/>
          </a:xfrm>
          <a:prstGeom prst="rect">
            <a:avLst/>
          </a:prstGeom>
          <a:ln>
            <a:noFill/>
          </a:ln>
          <a:effectLst>
            <a:outerShdw blurRad="190500" algn="tl" rotWithShape="0">
              <a:srgbClr val="000000">
                <a:alpha val="70000"/>
              </a:srgbClr>
            </a:outerShdw>
          </a:effectLst>
        </p:spPr>
      </p:pic>
      <p:sp>
        <p:nvSpPr>
          <p:cNvPr id="4" name="TextBox 3">
            <a:extLst>
              <a:ext uri="{FF2B5EF4-FFF2-40B4-BE49-F238E27FC236}">
                <a16:creationId xmlns:a16="http://schemas.microsoft.com/office/drawing/2014/main" id="{2B380BCE-D914-CB23-98CD-13F2CF7129B4}"/>
              </a:ext>
            </a:extLst>
          </p:cNvPr>
          <p:cNvSpPr txBox="1"/>
          <p:nvPr/>
        </p:nvSpPr>
        <p:spPr>
          <a:xfrm>
            <a:off x="1370947" y="4431268"/>
            <a:ext cx="105372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err="1">
                <a:solidFill>
                  <a:schemeClr val="bg1"/>
                </a:solidFill>
              </a:rPr>
              <a:t>SimCLR</a:t>
            </a:r>
          </a:p>
        </p:txBody>
      </p:sp>
      <p:pic>
        <p:nvPicPr>
          <p:cNvPr id="5" name="Picture 4" descr="A graph with many colored dots&#10;&#10;AI-generated content may be incorrect.">
            <a:extLst>
              <a:ext uri="{FF2B5EF4-FFF2-40B4-BE49-F238E27FC236}">
                <a16:creationId xmlns:a16="http://schemas.microsoft.com/office/drawing/2014/main" id="{CABE6285-E38C-4476-3155-2D92791F5B7B}"/>
              </a:ext>
            </a:extLst>
          </p:cNvPr>
          <p:cNvPicPr>
            <a:picLocks noChangeAspect="1"/>
          </p:cNvPicPr>
          <p:nvPr/>
        </p:nvPicPr>
        <p:blipFill>
          <a:blip r:embed="rId3"/>
          <a:stretch>
            <a:fillRect/>
          </a:stretch>
        </p:blipFill>
        <p:spPr>
          <a:xfrm>
            <a:off x="4064536" y="2167167"/>
            <a:ext cx="3888495" cy="3496823"/>
          </a:xfrm>
          <a:prstGeom prst="rect">
            <a:avLst/>
          </a:prstGeom>
          <a:ln>
            <a:noFill/>
          </a:ln>
          <a:effectLst>
            <a:outerShdw blurRad="190500" algn="tl" rotWithShape="0">
              <a:srgbClr val="000000">
                <a:alpha val="70000"/>
              </a:srgbClr>
            </a:outerShdw>
          </a:effectLst>
        </p:spPr>
      </p:pic>
      <p:sp>
        <p:nvSpPr>
          <p:cNvPr id="7" name="TextBox 6">
            <a:extLst>
              <a:ext uri="{FF2B5EF4-FFF2-40B4-BE49-F238E27FC236}">
                <a16:creationId xmlns:a16="http://schemas.microsoft.com/office/drawing/2014/main" id="{739AC709-23FC-2DD8-4F94-DDF3EAC8100D}"/>
              </a:ext>
            </a:extLst>
          </p:cNvPr>
          <p:cNvSpPr txBox="1"/>
          <p:nvPr/>
        </p:nvSpPr>
        <p:spPr>
          <a:xfrm>
            <a:off x="5775157" y="6015789"/>
            <a:ext cx="1594184" cy="3910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GB"/>
          </a:p>
        </p:txBody>
      </p:sp>
      <p:sp>
        <p:nvSpPr>
          <p:cNvPr id="8" name="TextBox 7">
            <a:extLst>
              <a:ext uri="{FF2B5EF4-FFF2-40B4-BE49-F238E27FC236}">
                <a16:creationId xmlns:a16="http://schemas.microsoft.com/office/drawing/2014/main" id="{462523B8-8F8B-AE89-67BA-6D0DABF5F163}"/>
              </a:ext>
            </a:extLst>
          </p:cNvPr>
          <p:cNvSpPr txBox="1"/>
          <p:nvPr/>
        </p:nvSpPr>
        <p:spPr>
          <a:xfrm>
            <a:off x="5266957" y="5904775"/>
            <a:ext cx="1483894" cy="380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a:solidFill>
                  <a:schemeClr val="bg1"/>
                </a:solidFill>
              </a:rPr>
              <a:t>     BYOL</a:t>
            </a:r>
          </a:p>
        </p:txBody>
      </p:sp>
      <p:pic>
        <p:nvPicPr>
          <p:cNvPr id="9" name="Picture 8" descr="A graph with many colored dots&#10;&#10;AI-generated content may be incorrect.">
            <a:extLst>
              <a:ext uri="{FF2B5EF4-FFF2-40B4-BE49-F238E27FC236}">
                <a16:creationId xmlns:a16="http://schemas.microsoft.com/office/drawing/2014/main" id="{8279DF99-D71E-866A-39DE-A5686B99915C}"/>
              </a:ext>
            </a:extLst>
          </p:cNvPr>
          <p:cNvPicPr>
            <a:picLocks noChangeAspect="1"/>
          </p:cNvPicPr>
          <p:nvPr/>
        </p:nvPicPr>
        <p:blipFill>
          <a:blip r:embed="rId4"/>
          <a:stretch>
            <a:fillRect/>
          </a:stretch>
        </p:blipFill>
        <p:spPr>
          <a:xfrm>
            <a:off x="8114038" y="920941"/>
            <a:ext cx="3721636" cy="3290143"/>
          </a:xfrm>
          <a:prstGeom prst="rect">
            <a:avLst/>
          </a:prstGeom>
          <a:ln>
            <a:noFill/>
          </a:ln>
          <a:effectLst>
            <a:outerShdw blurRad="190500" algn="tl" rotWithShape="0">
              <a:srgbClr val="000000">
                <a:alpha val="70000"/>
              </a:srgbClr>
            </a:outerShdw>
          </a:effectLst>
        </p:spPr>
      </p:pic>
      <p:sp>
        <p:nvSpPr>
          <p:cNvPr id="10" name="TextBox 9">
            <a:extLst>
              <a:ext uri="{FF2B5EF4-FFF2-40B4-BE49-F238E27FC236}">
                <a16:creationId xmlns:a16="http://schemas.microsoft.com/office/drawing/2014/main" id="{4440BD11-6896-AB9F-1345-85818DD9877B}"/>
              </a:ext>
            </a:extLst>
          </p:cNvPr>
          <p:cNvSpPr txBox="1"/>
          <p:nvPr/>
        </p:nvSpPr>
        <p:spPr>
          <a:xfrm>
            <a:off x="9711150" y="4430907"/>
            <a:ext cx="118310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b="1">
                <a:solidFill>
                  <a:schemeClr val="bg1"/>
                </a:solidFill>
              </a:rPr>
              <a:t>MAE</a:t>
            </a:r>
          </a:p>
        </p:txBody>
      </p:sp>
      <p:sp>
        <p:nvSpPr>
          <p:cNvPr id="11" name="TextBox 10">
            <a:extLst>
              <a:ext uri="{FF2B5EF4-FFF2-40B4-BE49-F238E27FC236}">
                <a16:creationId xmlns:a16="http://schemas.microsoft.com/office/drawing/2014/main" id="{414D0576-2C97-75DC-358E-39FC31501342}"/>
              </a:ext>
            </a:extLst>
          </p:cNvPr>
          <p:cNvSpPr txBox="1"/>
          <p:nvPr/>
        </p:nvSpPr>
        <p:spPr>
          <a:xfrm>
            <a:off x="4897311" y="417843"/>
            <a:ext cx="3495559"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200" b="1">
                <a:solidFill>
                  <a:schemeClr val="bg1"/>
                </a:solidFill>
                <a:latin typeface="Lobster"/>
              </a:rPr>
              <a:t>t-SNE PLOT</a:t>
            </a:r>
          </a:p>
        </p:txBody>
      </p:sp>
    </p:spTree>
    <p:extLst>
      <p:ext uri="{BB962C8B-B14F-4D97-AF65-F5344CB8AC3E}">
        <p14:creationId xmlns:p14="http://schemas.microsoft.com/office/powerpoint/2010/main" val="33965958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colored dots&#10;&#10;AI-generated content may be incorrect.">
            <a:extLst>
              <a:ext uri="{FF2B5EF4-FFF2-40B4-BE49-F238E27FC236}">
                <a16:creationId xmlns:a16="http://schemas.microsoft.com/office/drawing/2014/main" id="{9D14B773-2090-76EA-9C76-B3CBB5DA981A}"/>
              </a:ext>
            </a:extLst>
          </p:cNvPr>
          <p:cNvPicPr>
            <a:picLocks noChangeAspect="1"/>
          </p:cNvPicPr>
          <p:nvPr/>
        </p:nvPicPr>
        <p:blipFill>
          <a:blip r:embed="rId2"/>
          <a:stretch>
            <a:fillRect/>
          </a:stretch>
        </p:blipFill>
        <p:spPr>
          <a:xfrm>
            <a:off x="245144" y="2146384"/>
            <a:ext cx="3610478" cy="3257051"/>
          </a:xfrm>
          <a:prstGeom prst="rect">
            <a:avLst/>
          </a:prstGeom>
          <a:ln>
            <a:noFill/>
          </a:ln>
          <a:effectLst>
            <a:outerShdw blurRad="190500" algn="tl" rotWithShape="0">
              <a:srgbClr val="000000">
                <a:alpha val="70000"/>
              </a:srgbClr>
            </a:outerShdw>
          </a:effectLst>
        </p:spPr>
      </p:pic>
      <p:pic>
        <p:nvPicPr>
          <p:cNvPr id="4" name="Picture 3" descr="A graph of colored dots&#10;&#10;AI-generated content may be incorrect.">
            <a:extLst>
              <a:ext uri="{FF2B5EF4-FFF2-40B4-BE49-F238E27FC236}">
                <a16:creationId xmlns:a16="http://schemas.microsoft.com/office/drawing/2014/main" id="{E6AFA168-893C-7092-FA40-5DE30041E2AA}"/>
              </a:ext>
            </a:extLst>
          </p:cNvPr>
          <p:cNvPicPr>
            <a:picLocks noChangeAspect="1"/>
          </p:cNvPicPr>
          <p:nvPr/>
        </p:nvPicPr>
        <p:blipFill>
          <a:blip r:embed="rId3"/>
          <a:stretch>
            <a:fillRect/>
          </a:stretch>
        </p:blipFill>
        <p:spPr>
          <a:xfrm>
            <a:off x="4130091" y="1715753"/>
            <a:ext cx="3621005" cy="3095626"/>
          </a:xfrm>
          <a:prstGeom prst="rect">
            <a:avLst/>
          </a:prstGeom>
          <a:ln>
            <a:noFill/>
          </a:ln>
          <a:effectLst>
            <a:outerShdw blurRad="190500" algn="tl" rotWithShape="0">
              <a:srgbClr val="000000">
                <a:alpha val="70000"/>
              </a:srgbClr>
            </a:outerShdw>
          </a:effectLst>
        </p:spPr>
      </p:pic>
      <p:pic>
        <p:nvPicPr>
          <p:cNvPr id="5" name="Picture 4" descr="A graph with many colored dots&#10;&#10;AI-generated content may be incorrect.">
            <a:extLst>
              <a:ext uri="{FF2B5EF4-FFF2-40B4-BE49-F238E27FC236}">
                <a16:creationId xmlns:a16="http://schemas.microsoft.com/office/drawing/2014/main" id="{2DA33E04-8746-504F-7B46-2CC44870E458}"/>
              </a:ext>
            </a:extLst>
          </p:cNvPr>
          <p:cNvPicPr>
            <a:picLocks noChangeAspect="1"/>
          </p:cNvPicPr>
          <p:nvPr/>
        </p:nvPicPr>
        <p:blipFill>
          <a:blip r:embed="rId4"/>
          <a:stretch>
            <a:fillRect/>
          </a:stretch>
        </p:blipFill>
        <p:spPr>
          <a:xfrm>
            <a:off x="7984206" y="2146886"/>
            <a:ext cx="4044115" cy="3256047"/>
          </a:xfrm>
          <a:prstGeom prst="rect">
            <a:avLst/>
          </a:prstGeom>
          <a:ln>
            <a:noFill/>
          </a:ln>
          <a:effectLst>
            <a:outerShdw blurRad="190500" algn="tl" rotWithShape="0">
              <a:srgbClr val="000000">
                <a:alpha val="70000"/>
              </a:srgbClr>
            </a:outerShdw>
          </a:effectLst>
        </p:spPr>
      </p:pic>
      <p:sp>
        <p:nvSpPr>
          <p:cNvPr id="6" name="TextBox 5">
            <a:extLst>
              <a:ext uri="{FF2B5EF4-FFF2-40B4-BE49-F238E27FC236}">
                <a16:creationId xmlns:a16="http://schemas.microsoft.com/office/drawing/2014/main" id="{864A1C20-709F-7C99-41A2-AC17E3358056}"/>
              </a:ext>
            </a:extLst>
          </p:cNvPr>
          <p:cNvSpPr txBox="1"/>
          <p:nvPr/>
        </p:nvSpPr>
        <p:spPr>
          <a:xfrm>
            <a:off x="4541920" y="431131"/>
            <a:ext cx="467226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3600" b="1">
                <a:solidFill>
                  <a:schemeClr val="bg1"/>
                </a:solidFill>
                <a:latin typeface="Lobster"/>
              </a:rPr>
              <a:t>PCA PLOT</a:t>
            </a:r>
          </a:p>
        </p:txBody>
      </p:sp>
    </p:spTree>
    <p:extLst>
      <p:ext uri="{BB962C8B-B14F-4D97-AF65-F5344CB8AC3E}">
        <p14:creationId xmlns:p14="http://schemas.microsoft.com/office/powerpoint/2010/main" val="2850065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Thank You animation letters. animated people politely.">
            <a:extLst>
              <a:ext uri="{FF2B5EF4-FFF2-40B4-BE49-F238E27FC236}">
                <a16:creationId xmlns:a16="http://schemas.microsoft.com/office/drawing/2014/main" id="{E53AC13F-EF3F-36D6-28B1-E70991EB4052}"/>
              </a:ext>
            </a:extLst>
          </p:cNvPr>
          <p:cNvPicPr>
            <a:picLocks noChangeAspect="1"/>
          </p:cNvPicPr>
          <p:nvPr/>
        </p:nvPicPr>
        <p:blipFill>
          <a:blip r:embed="rId3"/>
          <a:stretch>
            <a:fillRect/>
          </a:stretch>
        </p:blipFill>
        <p:spPr>
          <a:xfrm>
            <a:off x="121356" y="68263"/>
            <a:ext cx="11949288" cy="6721475"/>
          </a:xfrm>
          <a:prstGeom prst="rect">
            <a:avLst/>
          </a:prstGeom>
          <a:noFill/>
        </p:spPr>
      </p:pic>
    </p:spTree>
    <p:extLst>
      <p:ext uri="{BB962C8B-B14F-4D97-AF65-F5344CB8AC3E}">
        <p14:creationId xmlns:p14="http://schemas.microsoft.com/office/powerpoint/2010/main" val="71335559"/>
      </p:ext>
    </p:extLst>
  </p:cSld>
  <p:clrMapOvr>
    <a:masterClrMapping/>
  </p:clrMapOvr>
  <p:transition>
    <p:fade/>
  </p:transition>
</p:sld>
</file>

<file path=ppt/theme/theme1.xml><?xml version="1.0" encoding="utf-8"?>
<a:theme xmlns:a="http://schemas.openxmlformats.org/drawingml/2006/main" name="Solace">
  <a:themeElements>
    <a:clrScheme name="Custom 2">
      <a:dk1>
        <a:srgbClr val="000000"/>
      </a:dk1>
      <a:lt1>
        <a:srgbClr val="FFFFFF"/>
      </a:lt1>
      <a:dk2>
        <a:srgbClr val="0B2627"/>
      </a:dk2>
      <a:lt2>
        <a:srgbClr val="DAE3E3"/>
      </a:lt2>
      <a:accent1>
        <a:srgbClr val="858A66"/>
      </a:accent1>
      <a:accent2>
        <a:srgbClr val="DACCE0"/>
      </a:accent2>
      <a:accent3>
        <a:srgbClr val="ADBEBF"/>
      </a:accent3>
      <a:accent4>
        <a:srgbClr val="E0B775"/>
      </a:accent4>
      <a:accent5>
        <a:srgbClr val="BA6F50"/>
      </a:accent5>
      <a:accent6>
        <a:srgbClr val="D0BB9E"/>
      </a:accent6>
      <a:hlink>
        <a:srgbClr val="698289"/>
      </a:hlink>
      <a:folHlink>
        <a:srgbClr val="9F7C8F"/>
      </a:folHlink>
    </a:clrScheme>
    <a:fontScheme name="Custom 63">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ace_Copilot Layouts_win32_KO_V7" id="{158F8A01-2E5F-4A07-81BB-FE4F3C72D79D}" vid="{30D5BA39-8B68-4632-B62A-F659D871A1D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3766CE19-BB35-48A2-AFDA-766E83330032}">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8E339AF-67FC-4BA3-8B2E-038B3ED310D5}">
  <ds:schemaRefs>
    <ds:schemaRef ds:uri="http://schemas.microsoft.com/sharepoint/v3/contenttype/forms"/>
  </ds:schemaRefs>
</ds:datastoreItem>
</file>

<file path=customXml/itemProps3.xml><?xml version="1.0" encoding="utf-8"?>
<ds:datastoreItem xmlns:ds="http://schemas.openxmlformats.org/officeDocument/2006/customXml" ds:itemID="{4B99ED26-B189-4BA1-99D0-1112D8C2F106}">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15</Slides>
  <Notes>9</Notes>
  <HiddenSlides>0</HiddenSlide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Solace</vt:lpstr>
      <vt:lpstr>RICE VARITY IN BD Analysis</vt:lpstr>
      <vt:lpstr>PowerPoint Presentation</vt:lpstr>
      <vt:lpstr>Project Overview</vt:lpstr>
      <vt:lpstr>PRBD Dataset: contains 10 processed rice varieties of Bangladesh Diverse Rice Varieties  Dataset Size: 10,000 images  (2,000 original microscopic images + 8,000 augmented images)  Physical Grain Characteristics Rice grains are characterized by shape, size, and surface texture visible in microscopic images  RGB Histogram Features RGB histograms quantify color distribution and are used as primary features for classification. Balanced Dataset for Robustness A balanced dataset ensures effective learning and generalization of the classifier to unseensamples.    </vt:lpstr>
      <vt:lpstr>PowerPoint Presentation</vt:lpstr>
      <vt:lpstr>PowerPoint Presentation</vt:lpstr>
      <vt:lpstr>Model Architectures  </vt:lpstr>
      <vt:lpstr>PowerPoint Presentation</vt:lpstr>
      <vt:lpstr>PowerPoint Presentation</vt:lpstr>
      <vt:lpstr>              Performance Table</vt:lpstr>
      <vt:lpstr>Accuracy Comparison of Models </vt:lpstr>
      <vt:lpstr>LOSS cURVE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118</cp:revision>
  <dcterms:created xsi:type="dcterms:W3CDTF">2025-05-21T23:03:00Z</dcterms:created>
  <dcterms:modified xsi:type="dcterms:W3CDTF">2025-12-17T05:37:47Z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